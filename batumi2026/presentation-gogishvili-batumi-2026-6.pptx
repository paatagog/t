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78" r:id="rId2"/>
    <p:sldId id="256" r:id="rId3"/>
    <p:sldId id="257" r:id="rId4"/>
    <p:sldId id="258" r:id="rId5"/>
    <p:sldId id="259" r:id="rId6"/>
    <p:sldId id="260" r:id="rId7"/>
    <p:sldId id="261" r:id="rId8"/>
    <p:sldId id="262" r:id="rId9"/>
    <p:sldId id="264" r:id="rId10"/>
    <p:sldId id="265" r:id="rId11"/>
    <p:sldId id="266" r:id="rId12"/>
    <p:sldId id="268" r:id="rId13"/>
    <p:sldId id="267" r:id="rId14"/>
    <p:sldId id="269" r:id="rId15"/>
    <p:sldId id="270" r:id="rId16"/>
    <p:sldId id="271" r:id="rId17"/>
    <p:sldId id="272" r:id="rId18"/>
    <p:sldId id="273" r:id="rId19"/>
    <p:sldId id="274" r:id="rId20"/>
    <p:sldId id="275" r:id="rId21"/>
    <p:sldId id="276" r:id="rId22"/>
    <p:sldId id="277" r:id="rId23"/>
  </p:sldIdLst>
  <p:sldSz cx="12192000" cy="6858000"/>
  <p:notesSz cx="6858000" cy="9144000"/>
  <p:defaultText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defaultTextStyle>
  <p:extLst>
    <p:ext uri="{EFAFB233-063F-42B5-8137-9DF3F51BA10A}">
      <p15:sldGuideLst xmlns:p15="http://schemas.microsoft.com/office/powerpoint/2012/main">
        <p15:guide id="1" pos="3840">
          <p15:clr>
            <a:srgbClr val="A4A3A4"/>
          </p15:clr>
        </p15:guide>
        <p15:guide id="2" orient="horz"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0" d="100"/>
          <a:sy n="60" d="100"/>
        </p:scale>
        <p:origin x="816" y="52"/>
      </p:cViewPr>
      <p:guideLst>
        <p:guide pos="3840"/>
        <p:guide orient="horz"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
        <p:nvSpPr>
          <p:cNvPr id="1387378378"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lstStyle>
            <a:lvl1pPr algn="l">
              <a:defRPr sz="1200"/>
            </a:lvl1pPr>
          </a:lstStyle>
          <a:p>
            <a:pPr>
              <a:defRPr/>
            </a:pPr>
            <a:endParaRPr lang="en-US"/>
          </a:p>
        </p:txBody>
      </p:sp>
      <p:sp>
        <p:nvSpPr>
          <p:cNvPr id="961691110" name="Date Placeholder 2"/>
          <p:cNvSpPr>
            <a:spLocks noGrp="1"/>
          </p:cNvSpPr>
          <p:nvPr>
            <p:ph type="dt" idx="1"/>
          </p:nvPr>
        </p:nvSpPr>
        <p:spPr bwMode="auto">
          <a:xfrm>
            <a:off x="3884613" y="0"/>
            <a:ext cx="2971800" cy="458788"/>
          </a:xfrm>
          <a:prstGeom prst="rect">
            <a:avLst/>
          </a:prstGeom>
        </p:spPr>
        <p:txBody>
          <a:bodyPr vert="horz" lIns="91440" tIns="45720" rIns="91440" bIns="45720" rtlCol="0"/>
          <a:lstStyle>
            <a:lvl1pPr algn="r">
              <a:defRPr sz="1200"/>
            </a:lvl1pPr>
          </a:lstStyle>
          <a:p>
            <a:pPr>
              <a:defRPr/>
            </a:pPr>
            <a:fld id="{3632E96E-41F7-40C5-8419-297958CC00FA}" type="datetimeFigureOut">
              <a:rPr lang="en-US"/>
              <a:t>9/1/2026</a:t>
            </a:fld>
            <a:endParaRPr lang="en-US"/>
          </a:p>
        </p:txBody>
      </p:sp>
      <p:sp>
        <p:nvSpPr>
          <p:cNvPr id="2118516823" name="Slide Image Placeholder 3"/>
          <p:cNvSpPr>
            <a:spLocks noGrp="1" noRot="1" noChangeAspect="1"/>
          </p:cNvSpPr>
          <p:nvPr>
            <p:ph type="sldImg" idx="2"/>
          </p:nvPr>
        </p:nvSpPr>
        <p:spPr bwMode="auto">
          <a:xfrm>
            <a:off x="685800" y="1143000"/>
            <a:ext cx="5486400" cy="3086100"/>
          </a:xfrm>
          <a:prstGeom prst="rect">
            <a:avLst/>
          </a:prstGeom>
          <a:noFill/>
          <a:ln w="12700">
            <a:solidFill>
              <a:prstClr val="black"/>
            </a:solidFill>
          </a:ln>
        </p:spPr>
        <p:txBody>
          <a:bodyPr vert="horz" lIns="91440" tIns="45720" rIns="91440" bIns="45720" rtlCol="0" anchor="ctr"/>
          <a:lstStyle/>
          <a:p>
            <a:pPr>
              <a:defRPr/>
            </a:pPr>
            <a:endParaRPr lang="en-US"/>
          </a:p>
        </p:txBody>
      </p:sp>
      <p:sp>
        <p:nvSpPr>
          <p:cNvPr id="103249371" name="Notes Placeholder 4"/>
          <p:cNvSpPr>
            <a:spLocks noGrp="1"/>
          </p:cNvSpPr>
          <p:nvPr>
            <p:ph type="body" sz="quarter" idx="3"/>
          </p:nvPr>
        </p:nvSpPr>
        <p:spPr bwMode="auto">
          <a:xfrm>
            <a:off x="685800" y="4400550"/>
            <a:ext cx="5486400" cy="3600450"/>
          </a:xfrm>
          <a:prstGeom prst="rect">
            <a:avLst/>
          </a:prstGeom>
        </p:spPr>
        <p:txBody>
          <a:bodyPr vert="horz" lIns="91440" tIns="45720" rIns="91440" bIns="45720" rtlCol="0"/>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p>
        </p:txBody>
      </p:sp>
      <p:sp>
        <p:nvSpPr>
          <p:cNvPr id="55987084"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lang="en-US"/>
          </a:p>
        </p:txBody>
      </p:sp>
      <p:sp>
        <p:nvSpPr>
          <p:cNvPr id="1651793220" name="Slide Number Placeholder 6"/>
          <p:cNvSpPr>
            <a:spLocks noGrp="1"/>
          </p:cNvSpPr>
          <p:nvPr>
            <p:ph type="sldNum" sz="quarter" idx="5"/>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fld id="{2E6999B8-B6B4-4561-A3CD-BBCDAB9FC9D9}" type="slidenum">
              <a:rPr lang="en-US"/>
              <a:t>‹#›</a:t>
            </a:fld>
            <a:endParaRPr lang="en-US"/>
          </a:p>
        </p:txBody>
      </p:sp>
    </p:spTree>
  </p:cSld>
  <p:clrMap bg1="lt1" tx1="dk1" bg2="lt2" tx2="dk2" accent1="accent1" accent2="accent2" accent3="accent3" accent4="accent4" accent5="accent5" accent6="accent6" hlink="hlink" folHlink="folHlink"/>
  <p:notesStyle>
    <a:lvl1pPr marL="0" algn="l" defTabSz="914400" rtl="0">
      <a:defRPr sz="1200">
        <a:solidFill>
          <a:schemeClr val="tx1"/>
        </a:solidFill>
        <a:latin typeface="+mn-lt"/>
        <a:ea typeface="+mn-ea"/>
        <a:cs typeface="+mn-cs"/>
      </a:defRPr>
    </a:lvl1pPr>
    <a:lvl2pPr marL="457200" algn="l" defTabSz="914400" rtl="0">
      <a:defRPr sz="1200">
        <a:solidFill>
          <a:schemeClr val="tx1"/>
        </a:solidFill>
        <a:latin typeface="+mn-lt"/>
        <a:ea typeface="+mn-ea"/>
        <a:cs typeface="+mn-cs"/>
      </a:defRPr>
    </a:lvl2pPr>
    <a:lvl3pPr marL="914400" algn="l" defTabSz="914400" rtl="0">
      <a:defRPr sz="1200">
        <a:solidFill>
          <a:schemeClr val="tx1"/>
        </a:solidFill>
        <a:latin typeface="+mn-lt"/>
        <a:ea typeface="+mn-ea"/>
        <a:cs typeface="+mn-cs"/>
      </a:defRPr>
    </a:lvl3pPr>
    <a:lvl4pPr marL="1371600" algn="l" defTabSz="914400" rtl="0">
      <a:defRPr sz="1200">
        <a:solidFill>
          <a:schemeClr val="tx1"/>
        </a:solidFill>
        <a:latin typeface="+mn-lt"/>
        <a:ea typeface="+mn-ea"/>
        <a:cs typeface="+mn-cs"/>
      </a:defRPr>
    </a:lvl4pPr>
    <a:lvl5pPr marL="1828800" algn="l" defTabSz="914400" rtl="0">
      <a:defRPr sz="1200">
        <a:solidFill>
          <a:schemeClr val="tx1"/>
        </a:solidFill>
        <a:latin typeface="+mn-lt"/>
        <a:ea typeface="+mn-ea"/>
        <a:cs typeface="+mn-cs"/>
      </a:defRPr>
    </a:lvl5pPr>
    <a:lvl6pPr marL="2286000" algn="l" defTabSz="914400" rtl="0">
      <a:defRPr sz="1200">
        <a:solidFill>
          <a:schemeClr val="tx1"/>
        </a:solidFill>
        <a:latin typeface="+mn-lt"/>
        <a:ea typeface="+mn-ea"/>
        <a:cs typeface="+mn-cs"/>
      </a:defRPr>
    </a:lvl6pPr>
    <a:lvl7pPr marL="2743200" algn="l" defTabSz="914400" rtl="0">
      <a:defRPr sz="1200">
        <a:solidFill>
          <a:schemeClr val="tx1"/>
        </a:solidFill>
        <a:latin typeface="+mn-lt"/>
        <a:ea typeface="+mn-ea"/>
        <a:cs typeface="+mn-cs"/>
      </a:defRPr>
    </a:lvl7pPr>
    <a:lvl8pPr marL="3200400" algn="l" defTabSz="914400" rtl="0">
      <a:defRPr sz="1200">
        <a:solidFill>
          <a:schemeClr val="tx1"/>
        </a:solidFill>
        <a:latin typeface="+mn-lt"/>
        <a:ea typeface="+mn-ea"/>
        <a:cs typeface="+mn-cs"/>
      </a:defRPr>
    </a:lvl8pPr>
    <a:lvl9pPr marL="3657600" algn="l" defTabSz="914400" rtl="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506316110" name="Slide Image Placeholder 1"/>
          <p:cNvSpPr>
            <a:spLocks noGrp="1" noRot="1" noChangeAspect="1"/>
          </p:cNvSpPr>
          <p:nvPr>
            <p:ph type="sldImg"/>
          </p:nvPr>
        </p:nvSpPr>
        <p:spPr bwMode="auto"/>
      </p:sp>
      <p:sp>
        <p:nvSpPr>
          <p:cNvPr id="1920862964" name="Notes Placeholder 2"/>
          <p:cNvSpPr>
            <a:spLocks noGrp="1"/>
          </p:cNvSpPr>
          <p:nvPr>
            <p:ph type="body" idx="1"/>
          </p:nvPr>
        </p:nvSpPr>
        <p:spPr bwMode="auto"/>
        <p:txBody>
          <a:bodyPr/>
          <a:lstStyle/>
          <a:p>
            <a:pPr>
              <a:defRPr/>
            </a:pPr>
            <a:endParaRPr/>
          </a:p>
        </p:txBody>
      </p:sp>
      <p:sp>
        <p:nvSpPr>
          <p:cNvPr id="1382886581" name="Slide Number Placeholder 3"/>
          <p:cNvSpPr>
            <a:spLocks noGrp="1"/>
          </p:cNvSpPr>
          <p:nvPr>
            <p:ph type="sldNum" sz="quarter" idx="10"/>
          </p:nvPr>
        </p:nvSpPr>
        <p:spPr bwMode="auto"/>
        <p:txBody>
          <a:bodyPr/>
          <a:lstStyle/>
          <a:p>
            <a:pPr>
              <a:defRPr/>
            </a:pPr>
            <a:fld id="{6898FF91-AEAC-B995-D3C3-0AA68E898CAD}" type="slidenum">
              <a:rPr/>
              <a:t>1</a:t>
            </a:fld>
            <a:endParaRPr/>
          </a:p>
        </p:txBody>
      </p:sp>
    </p:spTree>
    <p:extLst>
      <p:ext uri="{BB962C8B-B14F-4D97-AF65-F5344CB8AC3E}">
        <p14:creationId xmlns:p14="http://schemas.microsoft.com/office/powerpoint/2010/main" val="28731361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506316110" name="Slide Image Placeholder 1"/>
          <p:cNvSpPr>
            <a:spLocks noGrp="1" noRot="1" noChangeAspect="1"/>
          </p:cNvSpPr>
          <p:nvPr>
            <p:ph type="sldImg"/>
          </p:nvPr>
        </p:nvSpPr>
        <p:spPr bwMode="auto"/>
      </p:sp>
      <p:sp>
        <p:nvSpPr>
          <p:cNvPr id="1920862964" name="Notes Placeholder 2"/>
          <p:cNvSpPr>
            <a:spLocks noGrp="1"/>
          </p:cNvSpPr>
          <p:nvPr>
            <p:ph type="body" idx="1"/>
          </p:nvPr>
        </p:nvSpPr>
        <p:spPr bwMode="auto"/>
        <p:txBody>
          <a:bodyPr/>
          <a:lstStyle/>
          <a:p>
            <a:pPr>
              <a:defRPr/>
            </a:pPr>
            <a:endParaRPr/>
          </a:p>
        </p:txBody>
      </p:sp>
      <p:sp>
        <p:nvSpPr>
          <p:cNvPr id="1382886581" name="Slide Number Placeholder 3"/>
          <p:cNvSpPr>
            <a:spLocks noGrp="1"/>
          </p:cNvSpPr>
          <p:nvPr>
            <p:ph type="sldNum" sz="quarter" idx="10"/>
          </p:nvPr>
        </p:nvSpPr>
        <p:spPr bwMode="auto"/>
        <p:txBody>
          <a:bodyPr/>
          <a:lstStyle/>
          <a:p>
            <a:pPr>
              <a:defRPr/>
            </a:pPr>
            <a:fld id="{6898FF91-AEAC-B995-D3C3-0AA68E898CAD}" type="slidenum">
              <a:rPr/>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80E4453A-CA78-9F0A-FF5D-852D70454F1D}" type="slidenum">
              <a:rPr/>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47189114" name="Slide Image Placeholder 1"/>
          <p:cNvSpPr>
            <a:spLocks noGrp="1" noRot="1" noChangeAspect="1"/>
          </p:cNvSpPr>
          <p:nvPr>
            <p:ph type="sldImg"/>
          </p:nvPr>
        </p:nvSpPr>
        <p:spPr bwMode="auto">
          <a:xfrm>
            <a:off x="685800" y="1143000"/>
            <a:ext cx="5486400" cy="3086100"/>
          </a:xfrm>
        </p:spPr>
      </p:sp>
      <p:sp>
        <p:nvSpPr>
          <p:cNvPr id="14700983" name="Notes Placeholder 2"/>
          <p:cNvSpPr>
            <a:spLocks noGrp="1"/>
          </p:cNvSpPr>
          <p:nvPr>
            <p:ph type="body" idx="1"/>
          </p:nvPr>
        </p:nvSpPr>
        <p:spPr bwMode="auto"/>
        <p:txBody>
          <a:bodyPr/>
          <a:lstStyle/>
          <a:p>
            <a:pPr>
              <a:defRPr/>
            </a:pPr>
            <a:endParaRPr lang="en-US">
              <a:latin typeface="Arial"/>
              <a:cs typeface="Arial"/>
            </a:endParaRPr>
          </a:p>
        </p:txBody>
      </p:sp>
      <p:sp>
        <p:nvSpPr>
          <p:cNvPr id="2092520713" name="Slide Number Placeholder 3"/>
          <p:cNvSpPr>
            <a:spLocks noGrp="1"/>
          </p:cNvSpPr>
          <p:nvPr>
            <p:ph type="sldNum" sz="quarter" idx="10"/>
          </p:nvPr>
        </p:nvSpPr>
        <p:spPr bwMode="auto"/>
        <p:txBody>
          <a:bodyPr/>
          <a:lstStyle/>
          <a:p>
            <a:pPr>
              <a:defRPr/>
            </a:pPr>
            <a:fld id="{2E6999B8-B6B4-4561-A3CD-BBCDAB9FC9D9}"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628380728" name="Slide Image Placeholder 1"/>
          <p:cNvSpPr>
            <a:spLocks noGrp="1" noRot="1" noChangeAspect="1"/>
          </p:cNvSpPr>
          <p:nvPr>
            <p:ph type="sldImg"/>
          </p:nvPr>
        </p:nvSpPr>
        <p:spPr bwMode="auto">
          <a:xfrm>
            <a:off x="685800" y="1143000"/>
            <a:ext cx="5486400" cy="3086100"/>
          </a:xfrm>
        </p:spPr>
      </p:sp>
      <p:sp>
        <p:nvSpPr>
          <p:cNvPr id="161941380" name="Notes Placeholder 2"/>
          <p:cNvSpPr>
            <a:spLocks noGrp="1"/>
          </p:cNvSpPr>
          <p:nvPr>
            <p:ph type="body" idx="1"/>
          </p:nvPr>
        </p:nvSpPr>
        <p:spPr bwMode="auto"/>
        <p:txBody>
          <a:bodyPr/>
          <a:lstStyle/>
          <a:p>
            <a:pPr>
              <a:defRPr/>
            </a:pPr>
            <a:endParaRPr lang="en-US">
              <a:latin typeface="Arial"/>
              <a:cs typeface="Arial"/>
            </a:endParaRPr>
          </a:p>
        </p:txBody>
      </p:sp>
      <p:sp>
        <p:nvSpPr>
          <p:cNvPr id="1437286070" name="Slide Number Placeholder 3"/>
          <p:cNvSpPr>
            <a:spLocks noGrp="1"/>
          </p:cNvSpPr>
          <p:nvPr>
            <p:ph type="sldNum" sz="quarter" idx="10"/>
          </p:nvPr>
        </p:nvSpPr>
        <p:spPr bwMode="auto"/>
        <p:txBody>
          <a:bodyPr/>
          <a:lstStyle/>
          <a:p>
            <a:pPr>
              <a:defRPr/>
            </a:pPr>
            <a:fld id="{F1781F52-FB50-2B54-B647-2F0C6A92CA6B}"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628380728" name="Slide Image Placeholder 1"/>
          <p:cNvSpPr>
            <a:spLocks noGrp="1" noRot="1" noChangeAspect="1"/>
          </p:cNvSpPr>
          <p:nvPr>
            <p:ph type="sldImg"/>
          </p:nvPr>
        </p:nvSpPr>
        <p:spPr bwMode="auto">
          <a:xfrm>
            <a:off x="685800" y="1143000"/>
            <a:ext cx="5486400" cy="3086100"/>
          </a:xfrm>
        </p:spPr>
      </p:sp>
      <p:sp>
        <p:nvSpPr>
          <p:cNvPr id="161941380" name="Notes Placeholder 2"/>
          <p:cNvSpPr>
            <a:spLocks noGrp="1"/>
          </p:cNvSpPr>
          <p:nvPr>
            <p:ph type="body" idx="1"/>
          </p:nvPr>
        </p:nvSpPr>
        <p:spPr bwMode="auto"/>
        <p:txBody>
          <a:bodyPr/>
          <a:lstStyle/>
          <a:p>
            <a:pPr>
              <a:defRPr/>
            </a:pPr>
            <a:endParaRPr lang="en-US">
              <a:latin typeface="Arial"/>
              <a:cs typeface="Arial"/>
            </a:endParaRPr>
          </a:p>
        </p:txBody>
      </p:sp>
      <p:sp>
        <p:nvSpPr>
          <p:cNvPr id="1437286070" name="Slide Number Placeholder 3"/>
          <p:cNvSpPr>
            <a:spLocks noGrp="1"/>
          </p:cNvSpPr>
          <p:nvPr>
            <p:ph type="sldNum" sz="quarter" idx="10"/>
          </p:nvPr>
        </p:nvSpPr>
        <p:spPr bwMode="auto"/>
        <p:txBody>
          <a:bodyPr/>
          <a:lstStyle/>
          <a:p>
            <a:pPr>
              <a:defRPr/>
            </a:pPr>
            <a:fld id="{F1781F52-FB50-2B54-B647-2F0C6A92CA6B}" type="slidenum">
              <a:rPr lang="en-US"/>
              <a:t>6</a:t>
            </a:fld>
            <a:endParaRPr lang="en-US"/>
          </a:p>
        </p:txBody>
      </p:sp>
    </p:spTree>
    <p:extLst>
      <p:ext uri="{BB962C8B-B14F-4D97-AF65-F5344CB8AC3E}">
        <p14:creationId xmlns:p14="http://schemas.microsoft.com/office/powerpoint/2010/main" val="20659901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628380728" name="Slide Image Placeholder 1"/>
          <p:cNvSpPr>
            <a:spLocks noGrp="1" noRot="1" noChangeAspect="1"/>
          </p:cNvSpPr>
          <p:nvPr>
            <p:ph type="sldImg"/>
          </p:nvPr>
        </p:nvSpPr>
        <p:spPr bwMode="auto">
          <a:xfrm>
            <a:off x="685800" y="1143000"/>
            <a:ext cx="5486400" cy="3086100"/>
          </a:xfrm>
        </p:spPr>
      </p:sp>
      <p:sp>
        <p:nvSpPr>
          <p:cNvPr id="161941380" name="Notes Placeholder 2"/>
          <p:cNvSpPr>
            <a:spLocks noGrp="1"/>
          </p:cNvSpPr>
          <p:nvPr>
            <p:ph type="body" idx="1"/>
          </p:nvPr>
        </p:nvSpPr>
        <p:spPr bwMode="auto"/>
        <p:txBody>
          <a:bodyPr/>
          <a:lstStyle/>
          <a:p>
            <a:pPr>
              <a:defRPr/>
            </a:pPr>
            <a:endParaRPr lang="en-US">
              <a:latin typeface="Arial"/>
              <a:cs typeface="Arial"/>
            </a:endParaRPr>
          </a:p>
        </p:txBody>
      </p:sp>
      <p:sp>
        <p:nvSpPr>
          <p:cNvPr id="1437286070" name="Slide Number Placeholder 3"/>
          <p:cNvSpPr>
            <a:spLocks noGrp="1"/>
          </p:cNvSpPr>
          <p:nvPr>
            <p:ph type="sldNum" sz="quarter" idx="10"/>
          </p:nvPr>
        </p:nvSpPr>
        <p:spPr bwMode="auto"/>
        <p:txBody>
          <a:bodyPr/>
          <a:lstStyle/>
          <a:p>
            <a:pPr>
              <a:defRPr/>
            </a:pPr>
            <a:fld id="{F1781F52-FB50-2B54-B647-2F0C6A92CA6B}" type="slidenum">
              <a:rPr lang="en-US"/>
              <a:t>7</a:t>
            </a:fld>
            <a:endParaRPr lang="en-US"/>
          </a:p>
        </p:txBody>
      </p:sp>
    </p:spTree>
    <p:extLst>
      <p:ext uri="{BB962C8B-B14F-4D97-AF65-F5344CB8AC3E}">
        <p14:creationId xmlns:p14="http://schemas.microsoft.com/office/powerpoint/2010/main" val="14976881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628380728" name="Slide Image Placeholder 1"/>
          <p:cNvSpPr>
            <a:spLocks noGrp="1" noRot="1" noChangeAspect="1"/>
          </p:cNvSpPr>
          <p:nvPr>
            <p:ph type="sldImg"/>
          </p:nvPr>
        </p:nvSpPr>
        <p:spPr bwMode="auto">
          <a:xfrm>
            <a:off x="685800" y="1143000"/>
            <a:ext cx="5486400" cy="3086100"/>
          </a:xfrm>
        </p:spPr>
      </p:sp>
      <p:sp>
        <p:nvSpPr>
          <p:cNvPr id="161941380" name="Notes Placeholder 2"/>
          <p:cNvSpPr>
            <a:spLocks noGrp="1"/>
          </p:cNvSpPr>
          <p:nvPr>
            <p:ph type="body" idx="1"/>
          </p:nvPr>
        </p:nvSpPr>
        <p:spPr bwMode="auto"/>
        <p:txBody>
          <a:bodyPr/>
          <a:lstStyle/>
          <a:p>
            <a:pPr>
              <a:defRPr/>
            </a:pPr>
            <a:endParaRPr lang="en-US">
              <a:latin typeface="Arial"/>
              <a:cs typeface="Arial"/>
            </a:endParaRPr>
          </a:p>
        </p:txBody>
      </p:sp>
      <p:sp>
        <p:nvSpPr>
          <p:cNvPr id="1437286070" name="Slide Number Placeholder 3"/>
          <p:cNvSpPr>
            <a:spLocks noGrp="1"/>
          </p:cNvSpPr>
          <p:nvPr>
            <p:ph type="sldNum" sz="quarter" idx="10"/>
          </p:nvPr>
        </p:nvSpPr>
        <p:spPr bwMode="auto"/>
        <p:txBody>
          <a:bodyPr/>
          <a:lstStyle/>
          <a:p>
            <a:pPr>
              <a:defRPr/>
            </a:pPr>
            <a:fld id="{F1781F52-FB50-2B54-B647-2F0C6A92CA6B}" type="slidenum">
              <a:rPr lang="en-US"/>
              <a:t>8</a:t>
            </a:fld>
            <a:endParaRPr lang="en-US"/>
          </a:p>
        </p:txBody>
      </p:sp>
    </p:spTree>
    <p:extLst>
      <p:ext uri="{BB962C8B-B14F-4D97-AF65-F5344CB8AC3E}">
        <p14:creationId xmlns:p14="http://schemas.microsoft.com/office/powerpoint/2010/main" val="33656390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628380728" name="Slide Image Placeholder 1"/>
          <p:cNvSpPr>
            <a:spLocks noGrp="1" noRot="1" noChangeAspect="1"/>
          </p:cNvSpPr>
          <p:nvPr>
            <p:ph type="sldImg"/>
          </p:nvPr>
        </p:nvSpPr>
        <p:spPr bwMode="auto">
          <a:xfrm>
            <a:off x="685800" y="1143000"/>
            <a:ext cx="5486400" cy="3086100"/>
          </a:xfrm>
        </p:spPr>
      </p:sp>
      <p:sp>
        <p:nvSpPr>
          <p:cNvPr id="161941380" name="Notes Placeholder 2"/>
          <p:cNvSpPr>
            <a:spLocks noGrp="1"/>
          </p:cNvSpPr>
          <p:nvPr>
            <p:ph type="body" idx="1"/>
          </p:nvPr>
        </p:nvSpPr>
        <p:spPr bwMode="auto"/>
        <p:txBody>
          <a:bodyPr/>
          <a:lstStyle/>
          <a:p>
            <a:pPr>
              <a:defRPr/>
            </a:pPr>
            <a:endParaRPr lang="en-US">
              <a:latin typeface="Arial"/>
              <a:cs typeface="Arial"/>
            </a:endParaRPr>
          </a:p>
        </p:txBody>
      </p:sp>
      <p:sp>
        <p:nvSpPr>
          <p:cNvPr id="1437286070" name="Slide Number Placeholder 3"/>
          <p:cNvSpPr>
            <a:spLocks noGrp="1"/>
          </p:cNvSpPr>
          <p:nvPr>
            <p:ph type="sldNum" sz="quarter" idx="10"/>
          </p:nvPr>
        </p:nvSpPr>
        <p:spPr bwMode="auto"/>
        <p:txBody>
          <a:bodyPr/>
          <a:lstStyle/>
          <a:p>
            <a:pPr>
              <a:defRPr/>
            </a:pPr>
            <a:fld id="{F1781F52-FB50-2B54-B647-2F0C6A92CA6B}" type="slidenum">
              <a:rPr lang="en-US"/>
              <a:t>9</a:t>
            </a:fld>
            <a:endParaRPr lang="en-US"/>
          </a:p>
        </p:txBody>
      </p:sp>
    </p:spTree>
    <p:extLst>
      <p:ext uri="{BB962C8B-B14F-4D97-AF65-F5344CB8AC3E}">
        <p14:creationId xmlns:p14="http://schemas.microsoft.com/office/powerpoint/2010/main" val="13034393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628380728" name="Slide Image Placeholder 1"/>
          <p:cNvSpPr>
            <a:spLocks noGrp="1" noRot="1" noChangeAspect="1"/>
          </p:cNvSpPr>
          <p:nvPr>
            <p:ph type="sldImg"/>
          </p:nvPr>
        </p:nvSpPr>
        <p:spPr bwMode="auto">
          <a:xfrm>
            <a:off x="685800" y="1143000"/>
            <a:ext cx="5486400" cy="3086100"/>
          </a:xfrm>
        </p:spPr>
      </p:sp>
      <p:sp>
        <p:nvSpPr>
          <p:cNvPr id="161941380" name="Notes Placeholder 2"/>
          <p:cNvSpPr>
            <a:spLocks noGrp="1"/>
          </p:cNvSpPr>
          <p:nvPr>
            <p:ph type="body" idx="1"/>
          </p:nvPr>
        </p:nvSpPr>
        <p:spPr bwMode="auto"/>
        <p:txBody>
          <a:bodyPr/>
          <a:lstStyle/>
          <a:p>
            <a:pPr>
              <a:defRPr/>
            </a:pPr>
            <a:endParaRPr lang="en-US">
              <a:latin typeface="Arial"/>
              <a:cs typeface="Arial"/>
            </a:endParaRPr>
          </a:p>
        </p:txBody>
      </p:sp>
      <p:sp>
        <p:nvSpPr>
          <p:cNvPr id="1437286070" name="Slide Number Placeholder 3"/>
          <p:cNvSpPr>
            <a:spLocks noGrp="1"/>
          </p:cNvSpPr>
          <p:nvPr>
            <p:ph type="sldNum" sz="quarter" idx="10"/>
          </p:nvPr>
        </p:nvSpPr>
        <p:spPr bwMode="auto"/>
        <p:txBody>
          <a:bodyPr/>
          <a:lstStyle/>
          <a:p>
            <a:pPr>
              <a:defRPr/>
            </a:pPr>
            <a:fld id="{F1781F52-FB50-2B54-B647-2F0C6A92CA6B}" type="slidenum">
              <a:rPr lang="en-US"/>
              <a:t>10</a:t>
            </a:fld>
            <a:endParaRPr lang="en-US"/>
          </a:p>
        </p:txBody>
      </p:sp>
    </p:spTree>
    <p:extLst>
      <p:ext uri="{BB962C8B-B14F-4D97-AF65-F5344CB8AC3E}">
        <p14:creationId xmlns:p14="http://schemas.microsoft.com/office/powerpoint/2010/main" val="38475761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628380728" name="Slide Image Placeholder 1"/>
          <p:cNvSpPr>
            <a:spLocks noGrp="1" noRot="1" noChangeAspect="1"/>
          </p:cNvSpPr>
          <p:nvPr>
            <p:ph type="sldImg"/>
          </p:nvPr>
        </p:nvSpPr>
        <p:spPr bwMode="auto">
          <a:xfrm>
            <a:off x="685800" y="1143000"/>
            <a:ext cx="5486400" cy="3086100"/>
          </a:xfrm>
        </p:spPr>
      </p:sp>
      <p:sp>
        <p:nvSpPr>
          <p:cNvPr id="161941380" name="Notes Placeholder 2"/>
          <p:cNvSpPr>
            <a:spLocks noGrp="1"/>
          </p:cNvSpPr>
          <p:nvPr>
            <p:ph type="body" idx="1"/>
          </p:nvPr>
        </p:nvSpPr>
        <p:spPr bwMode="auto"/>
        <p:txBody>
          <a:bodyPr/>
          <a:lstStyle/>
          <a:p>
            <a:pPr>
              <a:defRPr/>
            </a:pPr>
            <a:endParaRPr lang="en-US">
              <a:latin typeface="Arial"/>
              <a:cs typeface="Arial"/>
            </a:endParaRPr>
          </a:p>
        </p:txBody>
      </p:sp>
      <p:sp>
        <p:nvSpPr>
          <p:cNvPr id="1437286070" name="Slide Number Placeholder 3"/>
          <p:cNvSpPr>
            <a:spLocks noGrp="1"/>
          </p:cNvSpPr>
          <p:nvPr>
            <p:ph type="sldNum" sz="quarter" idx="10"/>
          </p:nvPr>
        </p:nvSpPr>
        <p:spPr bwMode="auto"/>
        <p:txBody>
          <a:bodyPr/>
          <a:lstStyle/>
          <a:p>
            <a:pPr>
              <a:defRPr/>
            </a:pPr>
            <a:fld id="{F1781F52-FB50-2B54-B647-2F0C6A92CA6B}" type="slidenum">
              <a:rPr lang="en-US"/>
              <a:t>11</a:t>
            </a:fld>
            <a:endParaRPr lang="en-US"/>
          </a:p>
        </p:txBody>
      </p:sp>
    </p:spTree>
    <p:extLst>
      <p:ext uri="{BB962C8B-B14F-4D97-AF65-F5344CB8AC3E}">
        <p14:creationId xmlns:p14="http://schemas.microsoft.com/office/powerpoint/2010/main" val="4422770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628380728" name="Slide Image Placeholder 1"/>
          <p:cNvSpPr>
            <a:spLocks noGrp="1" noRot="1" noChangeAspect="1"/>
          </p:cNvSpPr>
          <p:nvPr>
            <p:ph type="sldImg"/>
          </p:nvPr>
        </p:nvSpPr>
        <p:spPr bwMode="auto">
          <a:xfrm>
            <a:off x="685800" y="1143000"/>
            <a:ext cx="5486400" cy="3086100"/>
          </a:xfrm>
        </p:spPr>
      </p:sp>
      <p:sp>
        <p:nvSpPr>
          <p:cNvPr id="161941380" name="Notes Placeholder 2"/>
          <p:cNvSpPr>
            <a:spLocks noGrp="1"/>
          </p:cNvSpPr>
          <p:nvPr>
            <p:ph type="body" idx="1"/>
          </p:nvPr>
        </p:nvSpPr>
        <p:spPr bwMode="auto"/>
        <p:txBody>
          <a:bodyPr/>
          <a:lstStyle/>
          <a:p>
            <a:pPr>
              <a:defRPr/>
            </a:pPr>
            <a:endParaRPr lang="en-US">
              <a:latin typeface="Arial"/>
              <a:cs typeface="Arial"/>
            </a:endParaRPr>
          </a:p>
        </p:txBody>
      </p:sp>
      <p:sp>
        <p:nvSpPr>
          <p:cNvPr id="1437286070" name="Slide Number Placeholder 3"/>
          <p:cNvSpPr>
            <a:spLocks noGrp="1"/>
          </p:cNvSpPr>
          <p:nvPr>
            <p:ph type="sldNum" sz="quarter" idx="10"/>
          </p:nvPr>
        </p:nvSpPr>
        <p:spPr bwMode="auto"/>
        <p:txBody>
          <a:bodyPr/>
          <a:lstStyle/>
          <a:p>
            <a:pPr>
              <a:defRPr/>
            </a:pPr>
            <a:fld id="{F1781F52-FB50-2B54-B647-2F0C6A92CA6B}" type="slidenum">
              <a:rPr lang="en-US"/>
              <a:t>12</a:t>
            </a:fld>
            <a:endParaRPr lang="en-US"/>
          </a:p>
        </p:txBody>
      </p:sp>
    </p:spTree>
    <p:extLst>
      <p:ext uri="{BB962C8B-B14F-4D97-AF65-F5344CB8AC3E}">
        <p14:creationId xmlns:p14="http://schemas.microsoft.com/office/powerpoint/2010/main" val="40226856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628380728" name="Slide Image Placeholder 1"/>
          <p:cNvSpPr>
            <a:spLocks noGrp="1" noRot="1" noChangeAspect="1"/>
          </p:cNvSpPr>
          <p:nvPr>
            <p:ph type="sldImg"/>
          </p:nvPr>
        </p:nvSpPr>
        <p:spPr bwMode="auto">
          <a:xfrm>
            <a:off x="685800" y="1143000"/>
            <a:ext cx="5486400" cy="3086100"/>
          </a:xfrm>
        </p:spPr>
      </p:sp>
      <p:sp>
        <p:nvSpPr>
          <p:cNvPr id="161941380" name="Notes Placeholder 2"/>
          <p:cNvSpPr>
            <a:spLocks noGrp="1"/>
          </p:cNvSpPr>
          <p:nvPr>
            <p:ph type="body" idx="1"/>
          </p:nvPr>
        </p:nvSpPr>
        <p:spPr bwMode="auto"/>
        <p:txBody>
          <a:bodyPr/>
          <a:lstStyle/>
          <a:p>
            <a:pPr>
              <a:defRPr/>
            </a:pPr>
            <a:endParaRPr lang="en-US">
              <a:latin typeface="Arial"/>
              <a:cs typeface="Arial"/>
            </a:endParaRPr>
          </a:p>
        </p:txBody>
      </p:sp>
      <p:sp>
        <p:nvSpPr>
          <p:cNvPr id="1437286070" name="Slide Number Placeholder 3"/>
          <p:cNvSpPr>
            <a:spLocks noGrp="1"/>
          </p:cNvSpPr>
          <p:nvPr>
            <p:ph type="sldNum" sz="quarter" idx="10"/>
          </p:nvPr>
        </p:nvSpPr>
        <p:spPr bwMode="auto"/>
        <p:txBody>
          <a:bodyPr/>
          <a:lstStyle/>
          <a:p>
            <a:pPr>
              <a:defRPr/>
            </a:pPr>
            <a:fld id="{F1781F52-FB50-2B54-B647-2F0C6A92CA6B}" type="slidenum">
              <a:rPr lang="en-US"/>
              <a:t>13</a:t>
            </a:fld>
            <a:endParaRPr lang="en-US"/>
          </a:p>
        </p:txBody>
      </p:sp>
    </p:spTree>
    <p:extLst>
      <p:ext uri="{BB962C8B-B14F-4D97-AF65-F5344CB8AC3E}">
        <p14:creationId xmlns:p14="http://schemas.microsoft.com/office/powerpoint/2010/main" val="71782695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628380728" name="Slide Image Placeholder 1"/>
          <p:cNvSpPr>
            <a:spLocks noGrp="1" noRot="1" noChangeAspect="1"/>
          </p:cNvSpPr>
          <p:nvPr>
            <p:ph type="sldImg"/>
          </p:nvPr>
        </p:nvSpPr>
        <p:spPr bwMode="auto">
          <a:xfrm>
            <a:off x="685800" y="1143000"/>
            <a:ext cx="5486400" cy="3086100"/>
          </a:xfrm>
        </p:spPr>
      </p:sp>
      <p:sp>
        <p:nvSpPr>
          <p:cNvPr id="161941380" name="Notes Placeholder 2"/>
          <p:cNvSpPr>
            <a:spLocks noGrp="1"/>
          </p:cNvSpPr>
          <p:nvPr>
            <p:ph type="body" idx="1"/>
          </p:nvPr>
        </p:nvSpPr>
        <p:spPr bwMode="auto"/>
        <p:txBody>
          <a:bodyPr/>
          <a:lstStyle/>
          <a:p>
            <a:pPr>
              <a:defRPr/>
            </a:pPr>
            <a:endParaRPr lang="en-US">
              <a:latin typeface="Arial"/>
              <a:cs typeface="Arial"/>
            </a:endParaRPr>
          </a:p>
        </p:txBody>
      </p:sp>
      <p:sp>
        <p:nvSpPr>
          <p:cNvPr id="1437286070" name="Slide Number Placeholder 3"/>
          <p:cNvSpPr>
            <a:spLocks noGrp="1"/>
          </p:cNvSpPr>
          <p:nvPr>
            <p:ph type="sldNum" sz="quarter" idx="10"/>
          </p:nvPr>
        </p:nvSpPr>
        <p:spPr bwMode="auto"/>
        <p:txBody>
          <a:bodyPr/>
          <a:lstStyle/>
          <a:p>
            <a:pPr>
              <a:defRPr/>
            </a:pPr>
            <a:fld id="{F1781F52-FB50-2B54-B647-2F0C6A92CA6B}" type="slidenum">
              <a:rPr lang="en-US"/>
              <a:t>14</a:t>
            </a:fld>
            <a:endParaRPr lang="en-US"/>
          </a:p>
        </p:txBody>
      </p:sp>
    </p:spTree>
    <p:extLst>
      <p:ext uri="{BB962C8B-B14F-4D97-AF65-F5344CB8AC3E}">
        <p14:creationId xmlns:p14="http://schemas.microsoft.com/office/powerpoint/2010/main" val="245561377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628380728" name="Slide Image Placeholder 1"/>
          <p:cNvSpPr>
            <a:spLocks noGrp="1" noRot="1" noChangeAspect="1"/>
          </p:cNvSpPr>
          <p:nvPr>
            <p:ph type="sldImg"/>
          </p:nvPr>
        </p:nvSpPr>
        <p:spPr bwMode="auto">
          <a:xfrm>
            <a:off x="685800" y="1143000"/>
            <a:ext cx="5486400" cy="3086100"/>
          </a:xfrm>
        </p:spPr>
      </p:sp>
      <p:sp>
        <p:nvSpPr>
          <p:cNvPr id="161941380" name="Notes Placeholder 2"/>
          <p:cNvSpPr>
            <a:spLocks noGrp="1"/>
          </p:cNvSpPr>
          <p:nvPr>
            <p:ph type="body" idx="1"/>
          </p:nvPr>
        </p:nvSpPr>
        <p:spPr bwMode="auto"/>
        <p:txBody>
          <a:bodyPr/>
          <a:lstStyle/>
          <a:p>
            <a:pPr>
              <a:defRPr/>
            </a:pPr>
            <a:endParaRPr lang="en-US">
              <a:latin typeface="Arial"/>
              <a:cs typeface="Arial"/>
            </a:endParaRPr>
          </a:p>
        </p:txBody>
      </p:sp>
      <p:sp>
        <p:nvSpPr>
          <p:cNvPr id="1437286070" name="Slide Number Placeholder 3"/>
          <p:cNvSpPr>
            <a:spLocks noGrp="1"/>
          </p:cNvSpPr>
          <p:nvPr>
            <p:ph type="sldNum" sz="quarter" idx="10"/>
          </p:nvPr>
        </p:nvSpPr>
        <p:spPr bwMode="auto"/>
        <p:txBody>
          <a:bodyPr/>
          <a:lstStyle/>
          <a:p>
            <a:pPr>
              <a:defRPr/>
            </a:pPr>
            <a:fld id="{F1781F52-FB50-2B54-B647-2F0C6A92CA6B}" type="slidenum">
              <a:rPr lang="en-US"/>
              <a:t>15</a:t>
            </a:fld>
            <a:endParaRPr lang="en-US"/>
          </a:p>
        </p:txBody>
      </p:sp>
    </p:spTree>
    <p:extLst>
      <p:ext uri="{BB962C8B-B14F-4D97-AF65-F5344CB8AC3E}">
        <p14:creationId xmlns:p14="http://schemas.microsoft.com/office/powerpoint/2010/main" val="310747051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628380728" name="Slide Image Placeholder 1"/>
          <p:cNvSpPr>
            <a:spLocks noGrp="1" noRot="1" noChangeAspect="1"/>
          </p:cNvSpPr>
          <p:nvPr>
            <p:ph type="sldImg"/>
          </p:nvPr>
        </p:nvSpPr>
        <p:spPr bwMode="auto">
          <a:xfrm>
            <a:off x="685800" y="1143000"/>
            <a:ext cx="5486400" cy="3086100"/>
          </a:xfrm>
        </p:spPr>
      </p:sp>
      <p:sp>
        <p:nvSpPr>
          <p:cNvPr id="161941380" name="Notes Placeholder 2"/>
          <p:cNvSpPr>
            <a:spLocks noGrp="1"/>
          </p:cNvSpPr>
          <p:nvPr>
            <p:ph type="body" idx="1"/>
          </p:nvPr>
        </p:nvSpPr>
        <p:spPr bwMode="auto"/>
        <p:txBody>
          <a:bodyPr/>
          <a:lstStyle/>
          <a:p>
            <a:pPr>
              <a:defRPr/>
            </a:pPr>
            <a:endParaRPr lang="en-US">
              <a:latin typeface="Arial"/>
              <a:cs typeface="Arial"/>
            </a:endParaRPr>
          </a:p>
        </p:txBody>
      </p:sp>
      <p:sp>
        <p:nvSpPr>
          <p:cNvPr id="1437286070" name="Slide Number Placeholder 3"/>
          <p:cNvSpPr>
            <a:spLocks noGrp="1"/>
          </p:cNvSpPr>
          <p:nvPr>
            <p:ph type="sldNum" sz="quarter" idx="10"/>
          </p:nvPr>
        </p:nvSpPr>
        <p:spPr bwMode="auto"/>
        <p:txBody>
          <a:bodyPr/>
          <a:lstStyle/>
          <a:p>
            <a:pPr>
              <a:defRPr/>
            </a:pPr>
            <a:fld id="{F1781F52-FB50-2B54-B647-2F0C6A92CA6B}" type="slidenum">
              <a:rPr lang="en-US"/>
              <a:t>16</a:t>
            </a:fld>
            <a:endParaRPr lang="en-US"/>
          </a:p>
        </p:txBody>
      </p:sp>
    </p:spTree>
    <p:extLst>
      <p:ext uri="{BB962C8B-B14F-4D97-AF65-F5344CB8AC3E}">
        <p14:creationId xmlns:p14="http://schemas.microsoft.com/office/powerpoint/2010/main" val="317232993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628380728" name="Slide Image Placeholder 1"/>
          <p:cNvSpPr>
            <a:spLocks noGrp="1" noRot="1" noChangeAspect="1"/>
          </p:cNvSpPr>
          <p:nvPr>
            <p:ph type="sldImg"/>
          </p:nvPr>
        </p:nvSpPr>
        <p:spPr bwMode="auto">
          <a:xfrm>
            <a:off x="685800" y="1143000"/>
            <a:ext cx="5486400" cy="3086100"/>
          </a:xfrm>
        </p:spPr>
      </p:sp>
      <p:sp>
        <p:nvSpPr>
          <p:cNvPr id="161941380" name="Notes Placeholder 2"/>
          <p:cNvSpPr>
            <a:spLocks noGrp="1"/>
          </p:cNvSpPr>
          <p:nvPr>
            <p:ph type="body" idx="1"/>
          </p:nvPr>
        </p:nvSpPr>
        <p:spPr bwMode="auto"/>
        <p:txBody>
          <a:bodyPr/>
          <a:lstStyle/>
          <a:p>
            <a:pPr>
              <a:defRPr/>
            </a:pPr>
            <a:endParaRPr lang="en-US">
              <a:latin typeface="Arial"/>
              <a:cs typeface="Arial"/>
            </a:endParaRPr>
          </a:p>
        </p:txBody>
      </p:sp>
      <p:sp>
        <p:nvSpPr>
          <p:cNvPr id="1437286070" name="Slide Number Placeholder 3"/>
          <p:cNvSpPr>
            <a:spLocks noGrp="1"/>
          </p:cNvSpPr>
          <p:nvPr>
            <p:ph type="sldNum" sz="quarter" idx="10"/>
          </p:nvPr>
        </p:nvSpPr>
        <p:spPr bwMode="auto"/>
        <p:txBody>
          <a:bodyPr/>
          <a:lstStyle/>
          <a:p>
            <a:pPr>
              <a:defRPr/>
            </a:pPr>
            <a:fld id="{F1781F52-FB50-2B54-B647-2F0C6A92CA6B}" type="slidenum">
              <a:rPr lang="en-US"/>
              <a:t>17</a:t>
            </a:fld>
            <a:endParaRPr lang="en-US"/>
          </a:p>
        </p:txBody>
      </p:sp>
    </p:spTree>
    <p:extLst>
      <p:ext uri="{BB962C8B-B14F-4D97-AF65-F5344CB8AC3E}">
        <p14:creationId xmlns:p14="http://schemas.microsoft.com/office/powerpoint/2010/main" val="321492141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628380728" name="Slide Image Placeholder 1"/>
          <p:cNvSpPr>
            <a:spLocks noGrp="1" noRot="1" noChangeAspect="1"/>
          </p:cNvSpPr>
          <p:nvPr>
            <p:ph type="sldImg"/>
          </p:nvPr>
        </p:nvSpPr>
        <p:spPr bwMode="auto">
          <a:xfrm>
            <a:off x="685800" y="1143000"/>
            <a:ext cx="5486400" cy="3086100"/>
          </a:xfrm>
        </p:spPr>
      </p:sp>
      <p:sp>
        <p:nvSpPr>
          <p:cNvPr id="161941380" name="Notes Placeholder 2"/>
          <p:cNvSpPr>
            <a:spLocks noGrp="1"/>
          </p:cNvSpPr>
          <p:nvPr>
            <p:ph type="body" idx="1"/>
          </p:nvPr>
        </p:nvSpPr>
        <p:spPr bwMode="auto"/>
        <p:txBody>
          <a:bodyPr/>
          <a:lstStyle/>
          <a:p>
            <a:pPr>
              <a:defRPr/>
            </a:pPr>
            <a:endParaRPr lang="en-US">
              <a:latin typeface="Arial"/>
              <a:cs typeface="Arial"/>
            </a:endParaRPr>
          </a:p>
        </p:txBody>
      </p:sp>
      <p:sp>
        <p:nvSpPr>
          <p:cNvPr id="1437286070" name="Slide Number Placeholder 3"/>
          <p:cNvSpPr>
            <a:spLocks noGrp="1"/>
          </p:cNvSpPr>
          <p:nvPr>
            <p:ph type="sldNum" sz="quarter" idx="10"/>
          </p:nvPr>
        </p:nvSpPr>
        <p:spPr bwMode="auto"/>
        <p:txBody>
          <a:bodyPr/>
          <a:lstStyle/>
          <a:p>
            <a:pPr>
              <a:defRPr/>
            </a:pPr>
            <a:fld id="{F1781F52-FB50-2B54-B647-2F0C6A92CA6B}" type="slidenum">
              <a:rPr lang="en-US"/>
              <a:t>18</a:t>
            </a:fld>
            <a:endParaRPr lang="en-US"/>
          </a:p>
        </p:txBody>
      </p:sp>
    </p:spTree>
    <p:extLst>
      <p:ext uri="{BB962C8B-B14F-4D97-AF65-F5344CB8AC3E}">
        <p14:creationId xmlns:p14="http://schemas.microsoft.com/office/powerpoint/2010/main" val="343527834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628380728" name="Slide Image Placeholder 1"/>
          <p:cNvSpPr>
            <a:spLocks noGrp="1" noRot="1" noChangeAspect="1"/>
          </p:cNvSpPr>
          <p:nvPr>
            <p:ph type="sldImg"/>
          </p:nvPr>
        </p:nvSpPr>
        <p:spPr bwMode="auto">
          <a:xfrm>
            <a:off x="685800" y="1143000"/>
            <a:ext cx="5486400" cy="3086100"/>
          </a:xfrm>
        </p:spPr>
      </p:sp>
      <p:sp>
        <p:nvSpPr>
          <p:cNvPr id="161941380" name="Notes Placeholder 2"/>
          <p:cNvSpPr>
            <a:spLocks noGrp="1"/>
          </p:cNvSpPr>
          <p:nvPr>
            <p:ph type="body" idx="1"/>
          </p:nvPr>
        </p:nvSpPr>
        <p:spPr bwMode="auto"/>
        <p:txBody>
          <a:bodyPr/>
          <a:lstStyle/>
          <a:p>
            <a:pPr>
              <a:defRPr/>
            </a:pPr>
            <a:endParaRPr lang="en-US">
              <a:latin typeface="Arial"/>
              <a:cs typeface="Arial"/>
            </a:endParaRPr>
          </a:p>
        </p:txBody>
      </p:sp>
      <p:sp>
        <p:nvSpPr>
          <p:cNvPr id="1437286070" name="Slide Number Placeholder 3"/>
          <p:cNvSpPr>
            <a:spLocks noGrp="1"/>
          </p:cNvSpPr>
          <p:nvPr>
            <p:ph type="sldNum" sz="quarter" idx="10"/>
          </p:nvPr>
        </p:nvSpPr>
        <p:spPr bwMode="auto"/>
        <p:txBody>
          <a:bodyPr/>
          <a:lstStyle/>
          <a:p>
            <a:pPr>
              <a:defRPr/>
            </a:pPr>
            <a:fld id="{F1781F52-FB50-2B54-B647-2F0C6A92CA6B}" type="slidenum">
              <a:rPr lang="en-US"/>
              <a:t>19</a:t>
            </a:fld>
            <a:endParaRPr lang="en-US"/>
          </a:p>
        </p:txBody>
      </p:sp>
    </p:spTree>
    <p:extLst>
      <p:ext uri="{BB962C8B-B14F-4D97-AF65-F5344CB8AC3E}">
        <p14:creationId xmlns:p14="http://schemas.microsoft.com/office/powerpoint/2010/main" val="209510573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628380728" name="Slide Image Placeholder 1"/>
          <p:cNvSpPr>
            <a:spLocks noGrp="1" noRot="1" noChangeAspect="1"/>
          </p:cNvSpPr>
          <p:nvPr>
            <p:ph type="sldImg"/>
          </p:nvPr>
        </p:nvSpPr>
        <p:spPr bwMode="auto">
          <a:xfrm>
            <a:off x="685800" y="1143000"/>
            <a:ext cx="5486400" cy="3086100"/>
          </a:xfrm>
        </p:spPr>
      </p:sp>
      <p:sp>
        <p:nvSpPr>
          <p:cNvPr id="161941380" name="Notes Placeholder 2"/>
          <p:cNvSpPr>
            <a:spLocks noGrp="1"/>
          </p:cNvSpPr>
          <p:nvPr>
            <p:ph type="body" idx="1"/>
          </p:nvPr>
        </p:nvSpPr>
        <p:spPr bwMode="auto"/>
        <p:txBody>
          <a:bodyPr/>
          <a:lstStyle/>
          <a:p>
            <a:pPr>
              <a:defRPr/>
            </a:pPr>
            <a:endParaRPr lang="en-US">
              <a:latin typeface="Arial"/>
              <a:cs typeface="Arial"/>
            </a:endParaRPr>
          </a:p>
        </p:txBody>
      </p:sp>
      <p:sp>
        <p:nvSpPr>
          <p:cNvPr id="1437286070" name="Slide Number Placeholder 3"/>
          <p:cNvSpPr>
            <a:spLocks noGrp="1"/>
          </p:cNvSpPr>
          <p:nvPr>
            <p:ph type="sldNum" sz="quarter" idx="10"/>
          </p:nvPr>
        </p:nvSpPr>
        <p:spPr bwMode="auto"/>
        <p:txBody>
          <a:bodyPr/>
          <a:lstStyle/>
          <a:p>
            <a:pPr>
              <a:defRPr/>
            </a:pPr>
            <a:fld id="{F1781F52-FB50-2B54-B647-2F0C6A92CA6B}" type="slidenum">
              <a:rPr lang="en-US"/>
              <a:t>20</a:t>
            </a:fld>
            <a:endParaRPr lang="en-US"/>
          </a:p>
        </p:txBody>
      </p:sp>
    </p:spTree>
    <p:extLst>
      <p:ext uri="{BB962C8B-B14F-4D97-AF65-F5344CB8AC3E}">
        <p14:creationId xmlns:p14="http://schemas.microsoft.com/office/powerpoint/2010/main" val="203867812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628380728" name="Slide Image Placeholder 1"/>
          <p:cNvSpPr>
            <a:spLocks noGrp="1" noRot="1" noChangeAspect="1"/>
          </p:cNvSpPr>
          <p:nvPr>
            <p:ph type="sldImg"/>
          </p:nvPr>
        </p:nvSpPr>
        <p:spPr bwMode="auto">
          <a:xfrm>
            <a:off x="685800" y="1143000"/>
            <a:ext cx="5486400" cy="3086100"/>
          </a:xfrm>
        </p:spPr>
      </p:sp>
      <p:sp>
        <p:nvSpPr>
          <p:cNvPr id="161941380" name="Notes Placeholder 2"/>
          <p:cNvSpPr>
            <a:spLocks noGrp="1"/>
          </p:cNvSpPr>
          <p:nvPr>
            <p:ph type="body" idx="1"/>
          </p:nvPr>
        </p:nvSpPr>
        <p:spPr bwMode="auto"/>
        <p:txBody>
          <a:bodyPr/>
          <a:lstStyle/>
          <a:p>
            <a:pPr>
              <a:defRPr/>
            </a:pPr>
            <a:endParaRPr lang="en-US">
              <a:latin typeface="Arial"/>
              <a:cs typeface="Arial"/>
            </a:endParaRPr>
          </a:p>
        </p:txBody>
      </p:sp>
      <p:sp>
        <p:nvSpPr>
          <p:cNvPr id="1437286070" name="Slide Number Placeholder 3"/>
          <p:cNvSpPr>
            <a:spLocks noGrp="1"/>
          </p:cNvSpPr>
          <p:nvPr>
            <p:ph type="sldNum" sz="quarter" idx="10"/>
          </p:nvPr>
        </p:nvSpPr>
        <p:spPr bwMode="auto"/>
        <p:txBody>
          <a:bodyPr/>
          <a:lstStyle/>
          <a:p>
            <a:pPr>
              <a:defRPr/>
            </a:pPr>
            <a:fld id="{F1781F52-FB50-2B54-B647-2F0C6A92CA6B}" type="slidenum">
              <a:rPr lang="en-US"/>
              <a:t>21</a:t>
            </a:fld>
            <a:endParaRPr lang="en-US"/>
          </a:p>
        </p:txBody>
      </p:sp>
    </p:spTree>
    <p:extLst>
      <p:ext uri="{BB962C8B-B14F-4D97-AF65-F5344CB8AC3E}">
        <p14:creationId xmlns:p14="http://schemas.microsoft.com/office/powerpoint/2010/main" val="72876960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80E4453A-CA78-9F0A-FF5D-852D70454F1D}" type="slidenum">
              <a:rPr/>
              <a:t>22</a:t>
            </a:fld>
            <a:endParaRPr/>
          </a:p>
        </p:txBody>
      </p:sp>
    </p:spTree>
    <p:extLst>
      <p:ext uri="{BB962C8B-B14F-4D97-AF65-F5344CB8AC3E}">
        <p14:creationId xmlns:p14="http://schemas.microsoft.com/office/powerpoint/2010/main" val="19374020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PhAnim="0" type="title" preserve="1" userDrawn="1">
  <p:cSld name="Title Slide">
    <p:spTree>
      <p:nvGrpSpPr>
        <p:cNvPr id="1" name=""/>
        <p:cNvGrpSpPr/>
        <p:nvPr/>
      </p:nvGrpSpPr>
      <p:grpSpPr bwMode="auto">
        <a:xfrm>
          <a:off x="0" y="0"/>
          <a:ext cx="0" cy="0"/>
          <a:chOff x="0" y="0"/>
          <a:chExt cx="0" cy="0"/>
        </a:xfrm>
      </p:grpSpPr>
      <p:sp>
        <p:nvSpPr>
          <p:cNvPr id="330458776" name="Title 1"/>
          <p:cNvSpPr>
            <a:spLocks noGrp="1"/>
          </p:cNvSpPr>
          <p:nvPr>
            <p:ph type="ctrTitle"/>
          </p:nvPr>
        </p:nvSpPr>
        <p:spPr bwMode="auto">
          <a:xfrm>
            <a:off x="1524000" y="1122363"/>
            <a:ext cx="9144000" cy="2387600"/>
          </a:xfrm>
        </p:spPr>
        <p:txBody>
          <a:bodyPr anchor="b"/>
          <a:lstStyle>
            <a:lvl1pPr algn="ctr">
              <a:defRPr sz="6000"/>
            </a:lvl1pPr>
          </a:lstStyle>
          <a:p>
            <a:pPr>
              <a:defRPr/>
            </a:pPr>
            <a:r>
              <a:rPr lang="en-US"/>
              <a:t>Click to edit Master title style</a:t>
            </a:r>
          </a:p>
        </p:txBody>
      </p:sp>
      <p:sp>
        <p:nvSpPr>
          <p:cNvPr id="502807874" name="Subtitle 2"/>
          <p:cNvSpPr>
            <a:spLocks noGrp="1"/>
          </p:cNvSpPr>
          <p:nvPr>
            <p:ph type="subTitle" idx="1"/>
          </p:nvPr>
        </p:nvSpPr>
        <p:spPr bwMode="auto">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a:defRPr/>
            </a:pPr>
            <a:r>
              <a:rPr lang="en-US"/>
              <a:t>Click to edit Master subtitle style</a:t>
            </a:r>
          </a:p>
        </p:txBody>
      </p:sp>
      <p:sp>
        <p:nvSpPr>
          <p:cNvPr id="283820103" name="Date Placeholder 3"/>
          <p:cNvSpPr>
            <a:spLocks noGrp="1"/>
          </p:cNvSpPr>
          <p:nvPr>
            <p:ph type="dt" sz="half" idx="10"/>
          </p:nvPr>
        </p:nvSpPr>
        <p:spPr bwMode="auto"/>
        <p:txBody>
          <a:bodyPr/>
          <a:lstStyle/>
          <a:p>
            <a:pPr>
              <a:defRPr/>
            </a:pPr>
            <a:fld id="{BCC18F51-09EC-435C-A3BA-64A766E099C0}" type="datetimeFigureOut">
              <a:rPr lang="en-US"/>
              <a:t>9/1/2026</a:t>
            </a:fld>
            <a:endParaRPr lang="en-US"/>
          </a:p>
        </p:txBody>
      </p:sp>
      <p:sp>
        <p:nvSpPr>
          <p:cNvPr id="1933240997" name="Footer Placeholder 4"/>
          <p:cNvSpPr>
            <a:spLocks noGrp="1"/>
          </p:cNvSpPr>
          <p:nvPr>
            <p:ph type="ftr" sz="quarter" idx="11"/>
          </p:nvPr>
        </p:nvSpPr>
        <p:spPr bwMode="auto"/>
        <p:txBody>
          <a:bodyPr/>
          <a:lstStyle/>
          <a:p>
            <a:pPr>
              <a:defRPr/>
            </a:pPr>
            <a:endParaRPr lang="en-US"/>
          </a:p>
        </p:txBody>
      </p:sp>
      <p:sp>
        <p:nvSpPr>
          <p:cNvPr id="1958917163" name="Slide Number Placeholder 5"/>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PhAnim="0" type="obj" preserve="1" userDrawn="1">
  <p:cSld name="Title and Content">
    <p:spTree>
      <p:nvGrpSpPr>
        <p:cNvPr id="1" name=""/>
        <p:cNvGrpSpPr/>
        <p:nvPr/>
      </p:nvGrpSpPr>
      <p:grpSpPr bwMode="auto">
        <a:xfrm>
          <a:off x="0" y="0"/>
          <a:ext cx="0" cy="0"/>
          <a:chOff x="0" y="0"/>
          <a:chExt cx="0" cy="0"/>
        </a:xfrm>
      </p:grpSpPr>
      <p:sp>
        <p:nvSpPr>
          <p:cNvPr id="1586837184" name="Title 1"/>
          <p:cNvSpPr>
            <a:spLocks noGrp="1"/>
          </p:cNvSpPr>
          <p:nvPr>
            <p:ph type="title"/>
          </p:nvPr>
        </p:nvSpPr>
        <p:spPr bwMode="auto"/>
        <p:txBody>
          <a:bodyPr/>
          <a:lstStyle/>
          <a:p>
            <a:pPr>
              <a:defRPr/>
            </a:pPr>
            <a:r>
              <a:rPr lang="en-US"/>
              <a:t>Click to edit Master title style</a:t>
            </a:r>
          </a:p>
        </p:txBody>
      </p:sp>
      <p:sp>
        <p:nvSpPr>
          <p:cNvPr id="335192506" name="Content Placeholder 2"/>
          <p:cNvSpPr>
            <a:spLocks noGrp="1"/>
          </p:cNvSpPr>
          <p:nvPr>
            <p:ph idx="1"/>
          </p:nvPr>
        </p:nvSpPr>
        <p:spPr bwMode="auto"/>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p>
        </p:txBody>
      </p:sp>
      <p:sp>
        <p:nvSpPr>
          <p:cNvPr id="1201847854" name="Date Placeholder 3"/>
          <p:cNvSpPr>
            <a:spLocks noGrp="1"/>
          </p:cNvSpPr>
          <p:nvPr>
            <p:ph type="dt" sz="half" idx="10"/>
          </p:nvPr>
        </p:nvSpPr>
        <p:spPr bwMode="auto"/>
        <p:txBody>
          <a:bodyPr/>
          <a:lstStyle/>
          <a:p>
            <a:pPr>
              <a:defRPr/>
            </a:pPr>
            <a:fld id="{BCC18F51-09EC-435C-A3BA-64A766E099C0}" type="datetimeFigureOut">
              <a:rPr lang="en-US"/>
              <a:t>9/1/2026</a:t>
            </a:fld>
            <a:endParaRPr lang="en-US"/>
          </a:p>
        </p:txBody>
      </p:sp>
      <p:sp>
        <p:nvSpPr>
          <p:cNvPr id="1148870619" name="Footer Placeholder 4"/>
          <p:cNvSpPr>
            <a:spLocks noGrp="1"/>
          </p:cNvSpPr>
          <p:nvPr>
            <p:ph type="ftr" sz="quarter" idx="11"/>
          </p:nvPr>
        </p:nvSpPr>
        <p:spPr bwMode="auto"/>
        <p:txBody>
          <a:bodyPr/>
          <a:lstStyle/>
          <a:p>
            <a:pPr>
              <a:defRPr/>
            </a:pPr>
            <a:endParaRPr lang="en-US"/>
          </a:p>
        </p:txBody>
      </p:sp>
      <p:sp>
        <p:nvSpPr>
          <p:cNvPr id="339354324" name="Slide Number Placeholder 5"/>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PhAnim="0" type="secHead" preserve="1" userDrawn="1">
  <p:cSld name="Section Header">
    <p:spTree>
      <p:nvGrpSpPr>
        <p:cNvPr id="1" name=""/>
        <p:cNvGrpSpPr/>
        <p:nvPr/>
      </p:nvGrpSpPr>
      <p:grpSpPr bwMode="auto">
        <a:xfrm>
          <a:off x="0" y="0"/>
          <a:ext cx="0" cy="0"/>
          <a:chOff x="0" y="0"/>
          <a:chExt cx="0" cy="0"/>
        </a:xfrm>
      </p:grpSpPr>
      <p:sp>
        <p:nvSpPr>
          <p:cNvPr id="1005438640" name="Title 1"/>
          <p:cNvSpPr>
            <a:spLocks noGrp="1"/>
          </p:cNvSpPr>
          <p:nvPr>
            <p:ph type="title"/>
          </p:nvPr>
        </p:nvSpPr>
        <p:spPr bwMode="auto">
          <a:xfrm>
            <a:off x="831850" y="1709738"/>
            <a:ext cx="10515600" cy="2852737"/>
          </a:xfrm>
        </p:spPr>
        <p:txBody>
          <a:bodyPr anchor="b"/>
          <a:lstStyle>
            <a:lvl1pPr>
              <a:defRPr sz="6000"/>
            </a:lvl1pPr>
          </a:lstStyle>
          <a:p>
            <a:pPr>
              <a:defRPr/>
            </a:pPr>
            <a:r>
              <a:rPr lang="en-US"/>
              <a:t>Click to edit Master title style</a:t>
            </a:r>
          </a:p>
        </p:txBody>
      </p:sp>
      <p:sp>
        <p:nvSpPr>
          <p:cNvPr id="491967044" name="Text Placeholder 2"/>
          <p:cNvSpPr>
            <a:spLocks noGrp="1"/>
          </p:cNvSpPr>
          <p:nvPr>
            <p:ph type="body" idx="1"/>
          </p:nvPr>
        </p:nvSpPr>
        <p:spPr bwMode="auto">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defRPr/>
            </a:pPr>
            <a:r>
              <a:rPr lang="en-US"/>
              <a:t>Click to edit Master text styles</a:t>
            </a:r>
            <a:endParaRPr/>
          </a:p>
        </p:txBody>
      </p:sp>
      <p:sp>
        <p:nvSpPr>
          <p:cNvPr id="790386279" name="Date Placeholder 3"/>
          <p:cNvSpPr>
            <a:spLocks noGrp="1"/>
          </p:cNvSpPr>
          <p:nvPr>
            <p:ph type="dt" sz="half" idx="10"/>
          </p:nvPr>
        </p:nvSpPr>
        <p:spPr bwMode="auto"/>
        <p:txBody>
          <a:bodyPr/>
          <a:lstStyle/>
          <a:p>
            <a:pPr>
              <a:defRPr/>
            </a:pPr>
            <a:fld id="{BCC18F51-09EC-435C-A3BA-64A766E099C0}" type="datetimeFigureOut">
              <a:rPr lang="en-US"/>
              <a:t>9/1/2026</a:t>
            </a:fld>
            <a:endParaRPr lang="en-US"/>
          </a:p>
        </p:txBody>
      </p:sp>
      <p:sp>
        <p:nvSpPr>
          <p:cNvPr id="1370053352" name="Footer Placeholder 4"/>
          <p:cNvSpPr>
            <a:spLocks noGrp="1"/>
          </p:cNvSpPr>
          <p:nvPr>
            <p:ph type="ftr" sz="quarter" idx="11"/>
          </p:nvPr>
        </p:nvSpPr>
        <p:spPr bwMode="auto"/>
        <p:txBody>
          <a:bodyPr/>
          <a:lstStyle/>
          <a:p>
            <a:pPr>
              <a:defRPr/>
            </a:pPr>
            <a:endParaRPr lang="en-US"/>
          </a:p>
        </p:txBody>
      </p:sp>
      <p:sp>
        <p:nvSpPr>
          <p:cNvPr id="485617670" name="Slide Number Placeholder 5"/>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PhAnim="0" type="twoObj" preserve="1" userDrawn="1">
  <p:cSld name="Two Content">
    <p:spTree>
      <p:nvGrpSpPr>
        <p:cNvPr id="1" name=""/>
        <p:cNvGrpSpPr/>
        <p:nvPr/>
      </p:nvGrpSpPr>
      <p:grpSpPr bwMode="auto">
        <a:xfrm>
          <a:off x="0" y="0"/>
          <a:ext cx="0" cy="0"/>
          <a:chOff x="0" y="0"/>
          <a:chExt cx="0" cy="0"/>
        </a:xfrm>
      </p:grpSpPr>
      <p:sp>
        <p:nvSpPr>
          <p:cNvPr id="464760627" name="Title 1"/>
          <p:cNvSpPr>
            <a:spLocks noGrp="1"/>
          </p:cNvSpPr>
          <p:nvPr>
            <p:ph type="title"/>
          </p:nvPr>
        </p:nvSpPr>
        <p:spPr bwMode="auto"/>
        <p:txBody>
          <a:bodyPr/>
          <a:lstStyle/>
          <a:p>
            <a:pPr>
              <a:defRPr/>
            </a:pPr>
            <a:r>
              <a:rPr lang="en-US"/>
              <a:t>Click to edit Master title style</a:t>
            </a:r>
          </a:p>
        </p:txBody>
      </p:sp>
      <p:sp>
        <p:nvSpPr>
          <p:cNvPr id="998582322" name="Content Placeholder 2"/>
          <p:cNvSpPr>
            <a:spLocks noGrp="1"/>
          </p:cNvSpPr>
          <p:nvPr>
            <p:ph sz="half" idx="1"/>
          </p:nvPr>
        </p:nvSpPr>
        <p:spPr bwMode="auto">
          <a:xfrm>
            <a:off x="838200" y="1825625"/>
            <a:ext cx="5181600" cy="435133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p>
        </p:txBody>
      </p:sp>
      <p:sp>
        <p:nvSpPr>
          <p:cNvPr id="1276492022" name="Content Placeholder 3"/>
          <p:cNvSpPr>
            <a:spLocks noGrp="1"/>
          </p:cNvSpPr>
          <p:nvPr>
            <p:ph sz="half" idx="2"/>
          </p:nvPr>
        </p:nvSpPr>
        <p:spPr bwMode="auto">
          <a:xfrm>
            <a:off x="6172200" y="1825625"/>
            <a:ext cx="5181600" cy="435133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p>
        </p:txBody>
      </p:sp>
      <p:sp>
        <p:nvSpPr>
          <p:cNvPr id="755598982" name="Date Placeholder 4"/>
          <p:cNvSpPr>
            <a:spLocks noGrp="1"/>
          </p:cNvSpPr>
          <p:nvPr>
            <p:ph type="dt" sz="half" idx="10"/>
          </p:nvPr>
        </p:nvSpPr>
        <p:spPr bwMode="auto"/>
        <p:txBody>
          <a:bodyPr/>
          <a:lstStyle/>
          <a:p>
            <a:pPr>
              <a:defRPr/>
            </a:pPr>
            <a:fld id="{BCC18F51-09EC-435C-A3BA-64A766E099C0}" type="datetimeFigureOut">
              <a:rPr lang="en-US"/>
              <a:t>9/1/2026</a:t>
            </a:fld>
            <a:endParaRPr lang="en-US"/>
          </a:p>
        </p:txBody>
      </p:sp>
      <p:sp>
        <p:nvSpPr>
          <p:cNvPr id="567360233" name="Footer Placeholder 5"/>
          <p:cNvSpPr>
            <a:spLocks noGrp="1"/>
          </p:cNvSpPr>
          <p:nvPr>
            <p:ph type="ftr" sz="quarter" idx="11"/>
          </p:nvPr>
        </p:nvSpPr>
        <p:spPr bwMode="auto"/>
        <p:txBody>
          <a:bodyPr/>
          <a:lstStyle/>
          <a:p>
            <a:pPr>
              <a:defRPr/>
            </a:pPr>
            <a:endParaRPr lang="en-US"/>
          </a:p>
        </p:txBody>
      </p:sp>
      <p:sp>
        <p:nvSpPr>
          <p:cNvPr id="1184141767" name="Slide Number Placeholder 6"/>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PhAnim="0" type="twoTxTwoObj" preserve="1" userDrawn="1">
  <p:cSld name="Comparison">
    <p:spTree>
      <p:nvGrpSpPr>
        <p:cNvPr id="1" name=""/>
        <p:cNvGrpSpPr/>
        <p:nvPr/>
      </p:nvGrpSpPr>
      <p:grpSpPr bwMode="auto">
        <a:xfrm>
          <a:off x="0" y="0"/>
          <a:ext cx="0" cy="0"/>
          <a:chOff x="0" y="0"/>
          <a:chExt cx="0" cy="0"/>
        </a:xfrm>
      </p:grpSpPr>
      <p:sp>
        <p:nvSpPr>
          <p:cNvPr id="1240799922" name="Title 1"/>
          <p:cNvSpPr>
            <a:spLocks noGrp="1"/>
          </p:cNvSpPr>
          <p:nvPr>
            <p:ph type="title"/>
          </p:nvPr>
        </p:nvSpPr>
        <p:spPr bwMode="auto">
          <a:xfrm>
            <a:off x="839788" y="365125"/>
            <a:ext cx="10515600" cy="1325563"/>
          </a:xfrm>
        </p:spPr>
        <p:txBody>
          <a:bodyPr/>
          <a:lstStyle/>
          <a:p>
            <a:pPr>
              <a:defRPr/>
            </a:pPr>
            <a:r>
              <a:rPr lang="en-US"/>
              <a:t>Click to edit Master title style</a:t>
            </a:r>
          </a:p>
        </p:txBody>
      </p:sp>
      <p:sp>
        <p:nvSpPr>
          <p:cNvPr id="957169366" name="Text Placeholder 2"/>
          <p:cNvSpPr>
            <a:spLocks noGrp="1"/>
          </p:cNvSpPr>
          <p:nvPr>
            <p:ph type="body" idx="1"/>
          </p:nvPr>
        </p:nvSpPr>
        <p:spPr bwMode="auto">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1695420759" name="Content Placeholder 3"/>
          <p:cNvSpPr>
            <a:spLocks noGrp="1"/>
          </p:cNvSpPr>
          <p:nvPr>
            <p:ph sz="half" idx="2"/>
          </p:nvPr>
        </p:nvSpPr>
        <p:spPr bwMode="auto">
          <a:xfrm>
            <a:off x="839788" y="2505074"/>
            <a:ext cx="5157787" cy="368458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p>
        </p:txBody>
      </p:sp>
      <p:sp>
        <p:nvSpPr>
          <p:cNvPr id="473888320" name="Text Placeholder 4"/>
          <p:cNvSpPr>
            <a:spLocks noGrp="1"/>
          </p:cNvSpPr>
          <p:nvPr>
            <p:ph type="body" sz="quarter" idx="3"/>
          </p:nvPr>
        </p:nvSpPr>
        <p:spPr bwMode="auto">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1370846694" name="Content Placeholder 5"/>
          <p:cNvSpPr>
            <a:spLocks noGrp="1"/>
          </p:cNvSpPr>
          <p:nvPr>
            <p:ph sz="quarter" idx="4"/>
          </p:nvPr>
        </p:nvSpPr>
        <p:spPr bwMode="auto">
          <a:xfrm>
            <a:off x="6172200" y="2505074"/>
            <a:ext cx="5183188" cy="368458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p>
        </p:txBody>
      </p:sp>
      <p:sp>
        <p:nvSpPr>
          <p:cNvPr id="1854642488" name="Date Placeholder 6"/>
          <p:cNvSpPr>
            <a:spLocks noGrp="1"/>
          </p:cNvSpPr>
          <p:nvPr>
            <p:ph type="dt" sz="half" idx="10"/>
          </p:nvPr>
        </p:nvSpPr>
        <p:spPr bwMode="auto"/>
        <p:txBody>
          <a:bodyPr/>
          <a:lstStyle/>
          <a:p>
            <a:pPr>
              <a:defRPr/>
            </a:pPr>
            <a:fld id="{BCC18F51-09EC-435C-A3BA-64A766E099C0}" type="datetimeFigureOut">
              <a:rPr lang="en-US"/>
              <a:t>9/1/2026</a:t>
            </a:fld>
            <a:endParaRPr lang="en-US"/>
          </a:p>
        </p:txBody>
      </p:sp>
      <p:sp>
        <p:nvSpPr>
          <p:cNvPr id="1698460407" name="Footer Placeholder 7"/>
          <p:cNvSpPr>
            <a:spLocks noGrp="1"/>
          </p:cNvSpPr>
          <p:nvPr>
            <p:ph type="ftr" sz="quarter" idx="11"/>
          </p:nvPr>
        </p:nvSpPr>
        <p:spPr bwMode="auto"/>
        <p:txBody>
          <a:bodyPr/>
          <a:lstStyle/>
          <a:p>
            <a:pPr>
              <a:defRPr/>
            </a:pPr>
            <a:endParaRPr lang="en-US"/>
          </a:p>
        </p:txBody>
      </p:sp>
      <p:sp>
        <p:nvSpPr>
          <p:cNvPr id="865592743" name="Slide Number Placeholder 8"/>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PhAnim="0" type="titleOnly" preserve="1" userDrawn="1">
  <p:cSld name="Title Only">
    <p:spTree>
      <p:nvGrpSpPr>
        <p:cNvPr id="1" name=""/>
        <p:cNvGrpSpPr/>
        <p:nvPr/>
      </p:nvGrpSpPr>
      <p:grpSpPr bwMode="auto">
        <a:xfrm>
          <a:off x="0" y="0"/>
          <a:ext cx="0" cy="0"/>
          <a:chOff x="0" y="0"/>
          <a:chExt cx="0" cy="0"/>
        </a:xfrm>
      </p:grpSpPr>
      <p:sp>
        <p:nvSpPr>
          <p:cNvPr id="1439371083" name="Title 1"/>
          <p:cNvSpPr>
            <a:spLocks noGrp="1"/>
          </p:cNvSpPr>
          <p:nvPr>
            <p:ph type="title"/>
          </p:nvPr>
        </p:nvSpPr>
        <p:spPr bwMode="auto"/>
        <p:txBody>
          <a:bodyPr/>
          <a:lstStyle/>
          <a:p>
            <a:pPr>
              <a:defRPr/>
            </a:pPr>
            <a:r>
              <a:rPr lang="en-US"/>
              <a:t>Click to edit Master title style</a:t>
            </a:r>
          </a:p>
        </p:txBody>
      </p:sp>
      <p:sp>
        <p:nvSpPr>
          <p:cNvPr id="446214305" name="Date Placeholder 2"/>
          <p:cNvSpPr>
            <a:spLocks noGrp="1"/>
          </p:cNvSpPr>
          <p:nvPr>
            <p:ph type="dt" sz="half" idx="10"/>
          </p:nvPr>
        </p:nvSpPr>
        <p:spPr bwMode="auto"/>
        <p:txBody>
          <a:bodyPr/>
          <a:lstStyle/>
          <a:p>
            <a:pPr>
              <a:defRPr/>
            </a:pPr>
            <a:fld id="{BCC18F51-09EC-435C-A3BA-64A766E099C0}" type="datetimeFigureOut">
              <a:rPr lang="en-US"/>
              <a:t>9/1/2026</a:t>
            </a:fld>
            <a:endParaRPr lang="en-US"/>
          </a:p>
        </p:txBody>
      </p:sp>
      <p:sp>
        <p:nvSpPr>
          <p:cNvPr id="909467972" name="Footer Placeholder 3"/>
          <p:cNvSpPr>
            <a:spLocks noGrp="1"/>
          </p:cNvSpPr>
          <p:nvPr>
            <p:ph type="ftr" sz="quarter" idx="11"/>
          </p:nvPr>
        </p:nvSpPr>
        <p:spPr bwMode="auto"/>
        <p:txBody>
          <a:bodyPr/>
          <a:lstStyle/>
          <a:p>
            <a:pPr>
              <a:defRPr/>
            </a:pPr>
            <a:endParaRPr lang="en-US"/>
          </a:p>
        </p:txBody>
      </p:sp>
      <p:sp>
        <p:nvSpPr>
          <p:cNvPr id="371759404" name="Slide Number Placeholder 4"/>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PhAnim="0" type="blank" preserve="1" userDrawn="1">
  <p:cSld name="Blank">
    <p:spTree>
      <p:nvGrpSpPr>
        <p:cNvPr id="1" name=""/>
        <p:cNvGrpSpPr/>
        <p:nvPr/>
      </p:nvGrpSpPr>
      <p:grpSpPr bwMode="auto">
        <a:xfrm>
          <a:off x="0" y="0"/>
          <a:ext cx="0" cy="0"/>
          <a:chOff x="0" y="0"/>
          <a:chExt cx="0" cy="0"/>
        </a:xfrm>
      </p:grpSpPr>
      <p:sp>
        <p:nvSpPr>
          <p:cNvPr id="1923404026" name="Date Placeholder 1"/>
          <p:cNvSpPr>
            <a:spLocks noGrp="1"/>
          </p:cNvSpPr>
          <p:nvPr>
            <p:ph type="dt" sz="half" idx="10"/>
          </p:nvPr>
        </p:nvSpPr>
        <p:spPr bwMode="auto"/>
        <p:txBody>
          <a:bodyPr/>
          <a:lstStyle/>
          <a:p>
            <a:pPr>
              <a:defRPr/>
            </a:pPr>
            <a:fld id="{BCC18F51-09EC-435C-A3BA-64A766E099C0}" type="datetimeFigureOut">
              <a:rPr lang="en-US"/>
              <a:t>9/1/2026</a:t>
            </a:fld>
            <a:endParaRPr lang="en-US"/>
          </a:p>
        </p:txBody>
      </p:sp>
      <p:sp>
        <p:nvSpPr>
          <p:cNvPr id="1388554971" name="Footer Placeholder 2"/>
          <p:cNvSpPr>
            <a:spLocks noGrp="1"/>
          </p:cNvSpPr>
          <p:nvPr>
            <p:ph type="ftr" sz="quarter" idx="11"/>
          </p:nvPr>
        </p:nvSpPr>
        <p:spPr bwMode="auto"/>
        <p:txBody>
          <a:bodyPr/>
          <a:lstStyle/>
          <a:p>
            <a:pPr>
              <a:defRPr/>
            </a:pPr>
            <a:endParaRPr lang="en-US"/>
          </a:p>
        </p:txBody>
      </p:sp>
      <p:sp>
        <p:nvSpPr>
          <p:cNvPr id="1870710699" name="Slide Number Placeholder 3"/>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PhAnim="0" type="objTx" preserve="1" userDrawn="1">
  <p:cSld name="Content with Caption">
    <p:spTree>
      <p:nvGrpSpPr>
        <p:cNvPr id="1" name=""/>
        <p:cNvGrpSpPr/>
        <p:nvPr/>
      </p:nvGrpSpPr>
      <p:grpSpPr bwMode="auto">
        <a:xfrm>
          <a:off x="0" y="0"/>
          <a:ext cx="0" cy="0"/>
          <a:chOff x="0" y="0"/>
          <a:chExt cx="0" cy="0"/>
        </a:xfrm>
      </p:grpSpPr>
      <p:sp>
        <p:nvSpPr>
          <p:cNvPr id="1025691679" name="Title 1"/>
          <p:cNvSpPr>
            <a:spLocks noGrp="1"/>
          </p:cNvSpPr>
          <p:nvPr>
            <p:ph type="title"/>
          </p:nvPr>
        </p:nvSpPr>
        <p:spPr bwMode="auto">
          <a:xfrm>
            <a:off x="839788" y="457200"/>
            <a:ext cx="3932237" cy="1600200"/>
          </a:xfrm>
        </p:spPr>
        <p:txBody>
          <a:bodyPr anchor="b"/>
          <a:lstStyle>
            <a:lvl1pPr>
              <a:defRPr sz="3200"/>
            </a:lvl1pPr>
          </a:lstStyle>
          <a:p>
            <a:pPr>
              <a:defRPr/>
            </a:pPr>
            <a:r>
              <a:rPr lang="en-US"/>
              <a:t>Click to edit Master title style</a:t>
            </a:r>
          </a:p>
        </p:txBody>
      </p:sp>
      <p:sp>
        <p:nvSpPr>
          <p:cNvPr id="1684711559" name="Content Placeholder 2"/>
          <p:cNvSpPr>
            <a:spLocks noGrp="1"/>
          </p:cNvSpPr>
          <p:nvPr>
            <p:ph idx="1"/>
          </p:nvPr>
        </p:nvSpPr>
        <p:spPr bwMode="auto">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p>
        </p:txBody>
      </p:sp>
      <p:sp>
        <p:nvSpPr>
          <p:cNvPr id="1515898456" name="Text Placeholder 3"/>
          <p:cNvSpPr>
            <a:spLocks noGrp="1"/>
          </p:cNvSpPr>
          <p:nvPr>
            <p:ph type="body" sz="half" idx="2"/>
          </p:nvPr>
        </p:nvSpPr>
        <p:spPr bwMode="auto">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en-US"/>
              <a:t>Click to edit Master text styles</a:t>
            </a:r>
            <a:endParaRPr/>
          </a:p>
        </p:txBody>
      </p:sp>
      <p:sp>
        <p:nvSpPr>
          <p:cNvPr id="201028435" name="Date Placeholder 4"/>
          <p:cNvSpPr>
            <a:spLocks noGrp="1"/>
          </p:cNvSpPr>
          <p:nvPr>
            <p:ph type="dt" sz="half" idx="10"/>
          </p:nvPr>
        </p:nvSpPr>
        <p:spPr bwMode="auto"/>
        <p:txBody>
          <a:bodyPr/>
          <a:lstStyle/>
          <a:p>
            <a:pPr>
              <a:defRPr/>
            </a:pPr>
            <a:fld id="{BCC18F51-09EC-435C-A3BA-64A766E099C0}" type="datetimeFigureOut">
              <a:rPr lang="en-US"/>
              <a:t>9/1/2026</a:t>
            </a:fld>
            <a:endParaRPr lang="en-US"/>
          </a:p>
        </p:txBody>
      </p:sp>
      <p:sp>
        <p:nvSpPr>
          <p:cNvPr id="854582889" name="Footer Placeholder 5"/>
          <p:cNvSpPr>
            <a:spLocks noGrp="1"/>
          </p:cNvSpPr>
          <p:nvPr>
            <p:ph type="ftr" sz="quarter" idx="11"/>
          </p:nvPr>
        </p:nvSpPr>
        <p:spPr bwMode="auto"/>
        <p:txBody>
          <a:bodyPr/>
          <a:lstStyle/>
          <a:p>
            <a:pPr>
              <a:defRPr/>
            </a:pPr>
            <a:endParaRPr lang="en-US"/>
          </a:p>
        </p:txBody>
      </p:sp>
      <p:sp>
        <p:nvSpPr>
          <p:cNvPr id="1662437260" name="Slide Number Placeholder 6"/>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PhAnim="0" type="picTx" preserve="1" userDrawn="1">
  <p:cSld name="Picture with Caption">
    <p:spTree>
      <p:nvGrpSpPr>
        <p:cNvPr id="1" name=""/>
        <p:cNvGrpSpPr/>
        <p:nvPr/>
      </p:nvGrpSpPr>
      <p:grpSpPr bwMode="auto">
        <a:xfrm>
          <a:off x="0" y="0"/>
          <a:ext cx="0" cy="0"/>
          <a:chOff x="0" y="0"/>
          <a:chExt cx="0" cy="0"/>
        </a:xfrm>
      </p:grpSpPr>
      <p:sp>
        <p:nvSpPr>
          <p:cNvPr id="703165698" name="Title 1"/>
          <p:cNvSpPr>
            <a:spLocks noGrp="1"/>
          </p:cNvSpPr>
          <p:nvPr>
            <p:ph type="title"/>
          </p:nvPr>
        </p:nvSpPr>
        <p:spPr bwMode="auto">
          <a:xfrm>
            <a:off x="839788" y="457200"/>
            <a:ext cx="3932237" cy="1600200"/>
          </a:xfrm>
        </p:spPr>
        <p:txBody>
          <a:bodyPr anchor="b"/>
          <a:lstStyle>
            <a:lvl1pPr>
              <a:defRPr sz="3200"/>
            </a:lvl1pPr>
          </a:lstStyle>
          <a:p>
            <a:pPr>
              <a:defRPr/>
            </a:pPr>
            <a:r>
              <a:rPr lang="en-US"/>
              <a:t>Click to edit Master title style</a:t>
            </a:r>
          </a:p>
        </p:txBody>
      </p:sp>
      <p:sp>
        <p:nvSpPr>
          <p:cNvPr id="996091248" name="Picture Placeholder 2"/>
          <p:cNvSpPr>
            <a:spLocks noGrp="1" noChangeAspect="1"/>
          </p:cNvSpPr>
          <p:nvPr>
            <p:ph type="pic" idx="1"/>
          </p:nvPr>
        </p:nvSpPr>
        <p:spPr bwMode="auto">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r>
              <a:rPr lang="en-US"/>
              <a:t>Click icon to add picture</a:t>
            </a:r>
          </a:p>
        </p:txBody>
      </p:sp>
      <p:sp>
        <p:nvSpPr>
          <p:cNvPr id="1434088760" name="Text Placeholder 3"/>
          <p:cNvSpPr>
            <a:spLocks noGrp="1"/>
          </p:cNvSpPr>
          <p:nvPr>
            <p:ph type="body" sz="half" idx="2"/>
          </p:nvPr>
        </p:nvSpPr>
        <p:spPr bwMode="auto">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en-US"/>
              <a:t>Click to edit Master text styles</a:t>
            </a:r>
            <a:endParaRPr/>
          </a:p>
        </p:txBody>
      </p:sp>
      <p:sp>
        <p:nvSpPr>
          <p:cNvPr id="2129667935" name="Date Placeholder 4"/>
          <p:cNvSpPr>
            <a:spLocks noGrp="1"/>
          </p:cNvSpPr>
          <p:nvPr>
            <p:ph type="dt" sz="half" idx="10"/>
          </p:nvPr>
        </p:nvSpPr>
        <p:spPr bwMode="auto"/>
        <p:txBody>
          <a:bodyPr/>
          <a:lstStyle/>
          <a:p>
            <a:pPr>
              <a:defRPr/>
            </a:pPr>
            <a:fld id="{BCC18F51-09EC-435C-A3BA-64A766E099C0}" type="datetimeFigureOut">
              <a:rPr lang="en-US"/>
              <a:t>9/1/2026</a:t>
            </a:fld>
            <a:endParaRPr lang="en-US"/>
          </a:p>
        </p:txBody>
      </p:sp>
      <p:sp>
        <p:nvSpPr>
          <p:cNvPr id="2127735055" name="Footer Placeholder 5"/>
          <p:cNvSpPr>
            <a:spLocks noGrp="1"/>
          </p:cNvSpPr>
          <p:nvPr>
            <p:ph type="ftr" sz="quarter" idx="11"/>
          </p:nvPr>
        </p:nvSpPr>
        <p:spPr bwMode="auto"/>
        <p:txBody>
          <a:bodyPr/>
          <a:lstStyle/>
          <a:p>
            <a:pPr>
              <a:defRPr/>
            </a:pPr>
            <a:endParaRPr lang="en-US"/>
          </a:p>
        </p:txBody>
      </p:sp>
      <p:sp>
        <p:nvSpPr>
          <p:cNvPr id="886187643" name="Slide Number Placeholder 6"/>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PhAnim="0" type="vertTx" preserve="1" userDrawn="1">
  <p:cSld name="Title and Vertical Text">
    <p:spTree>
      <p:nvGrpSpPr>
        <p:cNvPr id="1" name=""/>
        <p:cNvGrpSpPr/>
        <p:nvPr/>
      </p:nvGrpSpPr>
      <p:grpSpPr bwMode="auto">
        <a:xfrm>
          <a:off x="0" y="0"/>
          <a:ext cx="0" cy="0"/>
          <a:chOff x="0" y="0"/>
          <a:chExt cx="0" cy="0"/>
        </a:xfrm>
      </p:grpSpPr>
      <p:sp>
        <p:nvSpPr>
          <p:cNvPr id="1297830480" name="Title 1"/>
          <p:cNvSpPr>
            <a:spLocks noGrp="1"/>
          </p:cNvSpPr>
          <p:nvPr>
            <p:ph type="title"/>
          </p:nvPr>
        </p:nvSpPr>
        <p:spPr bwMode="auto"/>
        <p:txBody>
          <a:bodyPr/>
          <a:lstStyle/>
          <a:p>
            <a:pPr>
              <a:defRPr/>
            </a:pPr>
            <a:r>
              <a:rPr lang="en-US"/>
              <a:t>Click to edit Master title style</a:t>
            </a:r>
          </a:p>
        </p:txBody>
      </p:sp>
      <p:sp>
        <p:nvSpPr>
          <p:cNvPr id="375496444" name="Vertical Text Placeholder 2"/>
          <p:cNvSpPr>
            <a:spLocks noGrp="1"/>
          </p:cNvSpPr>
          <p:nvPr>
            <p:ph type="body" orient="vert" idx="1"/>
          </p:nvPr>
        </p:nvSpPr>
        <p:spPr bwMode="auto"/>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p>
        </p:txBody>
      </p:sp>
      <p:sp>
        <p:nvSpPr>
          <p:cNvPr id="339193030" name="Date Placeholder 3"/>
          <p:cNvSpPr>
            <a:spLocks noGrp="1"/>
          </p:cNvSpPr>
          <p:nvPr>
            <p:ph type="dt" sz="half" idx="10"/>
          </p:nvPr>
        </p:nvSpPr>
        <p:spPr bwMode="auto"/>
        <p:txBody>
          <a:bodyPr/>
          <a:lstStyle/>
          <a:p>
            <a:pPr>
              <a:defRPr/>
            </a:pPr>
            <a:fld id="{BCC18F51-09EC-435C-A3BA-64A766E099C0}" type="datetimeFigureOut">
              <a:rPr lang="en-US"/>
              <a:t>9/1/2026</a:t>
            </a:fld>
            <a:endParaRPr lang="en-US"/>
          </a:p>
        </p:txBody>
      </p:sp>
      <p:sp>
        <p:nvSpPr>
          <p:cNvPr id="1625342959" name="Footer Placeholder 4"/>
          <p:cNvSpPr>
            <a:spLocks noGrp="1"/>
          </p:cNvSpPr>
          <p:nvPr>
            <p:ph type="ftr" sz="quarter" idx="11"/>
          </p:nvPr>
        </p:nvSpPr>
        <p:spPr bwMode="auto"/>
        <p:txBody>
          <a:bodyPr/>
          <a:lstStyle/>
          <a:p>
            <a:pPr>
              <a:defRPr/>
            </a:pPr>
            <a:endParaRPr lang="en-US"/>
          </a:p>
        </p:txBody>
      </p:sp>
      <p:sp>
        <p:nvSpPr>
          <p:cNvPr id="201211549" name="Slide Number Placeholder 5"/>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PhAnim="0" type="vertTitleAndTx" preserve="1" userDrawn="1">
  <p:cSld name="Vertical Title and Text">
    <p:spTree>
      <p:nvGrpSpPr>
        <p:cNvPr id="1" name=""/>
        <p:cNvGrpSpPr/>
        <p:nvPr/>
      </p:nvGrpSpPr>
      <p:grpSpPr bwMode="auto">
        <a:xfrm>
          <a:off x="0" y="0"/>
          <a:ext cx="0" cy="0"/>
          <a:chOff x="0" y="0"/>
          <a:chExt cx="0" cy="0"/>
        </a:xfrm>
      </p:grpSpPr>
      <p:sp>
        <p:nvSpPr>
          <p:cNvPr id="1969839425" name="Vertical Title 1"/>
          <p:cNvSpPr>
            <a:spLocks noGrp="1"/>
          </p:cNvSpPr>
          <p:nvPr>
            <p:ph type="title" orient="vert"/>
          </p:nvPr>
        </p:nvSpPr>
        <p:spPr bwMode="auto">
          <a:xfrm>
            <a:off x="8724900" y="365125"/>
            <a:ext cx="2628900" cy="5811838"/>
          </a:xfrm>
        </p:spPr>
        <p:txBody>
          <a:bodyPr vert="eaVert"/>
          <a:lstStyle/>
          <a:p>
            <a:pPr>
              <a:defRPr/>
            </a:pPr>
            <a:r>
              <a:rPr lang="en-US"/>
              <a:t>Click to edit Master title style</a:t>
            </a:r>
          </a:p>
        </p:txBody>
      </p:sp>
      <p:sp>
        <p:nvSpPr>
          <p:cNvPr id="2061991949" name="Vertical Text Placeholder 2"/>
          <p:cNvSpPr>
            <a:spLocks noGrp="1"/>
          </p:cNvSpPr>
          <p:nvPr>
            <p:ph type="body" orient="vert" idx="1"/>
          </p:nvPr>
        </p:nvSpPr>
        <p:spPr bwMode="auto">
          <a:xfrm>
            <a:off x="838200" y="365125"/>
            <a:ext cx="7734300" cy="5811838"/>
          </a:xfrm>
        </p:spPr>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p>
        </p:txBody>
      </p:sp>
      <p:sp>
        <p:nvSpPr>
          <p:cNvPr id="998676596" name="Date Placeholder 3"/>
          <p:cNvSpPr>
            <a:spLocks noGrp="1"/>
          </p:cNvSpPr>
          <p:nvPr>
            <p:ph type="dt" sz="half" idx="10"/>
          </p:nvPr>
        </p:nvSpPr>
        <p:spPr bwMode="auto"/>
        <p:txBody>
          <a:bodyPr/>
          <a:lstStyle/>
          <a:p>
            <a:pPr>
              <a:defRPr/>
            </a:pPr>
            <a:fld id="{BCC18F51-09EC-435C-A3BA-64A766E099C0}" type="datetimeFigureOut">
              <a:rPr lang="en-US"/>
              <a:t>9/1/2026</a:t>
            </a:fld>
            <a:endParaRPr lang="en-US"/>
          </a:p>
        </p:txBody>
      </p:sp>
      <p:sp>
        <p:nvSpPr>
          <p:cNvPr id="354110940" name="Footer Placeholder 4"/>
          <p:cNvSpPr>
            <a:spLocks noGrp="1"/>
          </p:cNvSpPr>
          <p:nvPr>
            <p:ph type="ftr" sz="quarter" idx="11"/>
          </p:nvPr>
        </p:nvSpPr>
        <p:spPr bwMode="auto"/>
        <p:txBody>
          <a:bodyPr/>
          <a:lstStyle/>
          <a:p>
            <a:pPr>
              <a:defRPr/>
            </a:pPr>
            <a:endParaRPr lang="en-US"/>
          </a:p>
        </p:txBody>
      </p:sp>
      <p:sp>
        <p:nvSpPr>
          <p:cNvPr id="1029901417" name="Slide Number Placeholder 5"/>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
        <p:nvSpPr>
          <p:cNvPr id="1112829085" name="Title Placeholder 1"/>
          <p:cNvSpPr>
            <a:spLocks noGrp="1"/>
          </p:cNvSpPr>
          <p:nvPr>
            <p:ph type="title"/>
          </p:nvPr>
        </p:nvSpPr>
        <p:spPr bwMode="auto">
          <a:xfrm>
            <a:off x="838200" y="365125"/>
            <a:ext cx="10515600" cy="1325563"/>
          </a:xfrm>
          <a:prstGeom prst="rect">
            <a:avLst/>
          </a:prstGeom>
        </p:spPr>
        <p:txBody>
          <a:bodyPr vert="horz" lIns="91440" tIns="45720" rIns="91440" bIns="45720" rtlCol="0" anchor="ctr">
            <a:normAutofit/>
          </a:bodyPr>
          <a:lstStyle/>
          <a:p>
            <a:pPr>
              <a:defRPr/>
            </a:pPr>
            <a:r>
              <a:rPr lang="en-US"/>
              <a:t>Click to edit Master title style</a:t>
            </a:r>
          </a:p>
        </p:txBody>
      </p:sp>
      <p:sp>
        <p:nvSpPr>
          <p:cNvPr id="1941002816" name="Text Placeholder 2"/>
          <p:cNvSpPr>
            <a:spLocks noGrp="1"/>
          </p:cNvSpPr>
          <p:nvPr>
            <p:ph type="body" idx="1"/>
          </p:nvPr>
        </p:nvSpPr>
        <p:spPr bwMode="auto">
          <a:xfrm>
            <a:off x="838200" y="1825625"/>
            <a:ext cx="10515600" cy="4351338"/>
          </a:xfrm>
          <a:prstGeom prst="rect">
            <a:avLst/>
          </a:prstGeom>
        </p:spPr>
        <p:txBody>
          <a:bodyPr vert="horz" lIns="91440" tIns="45720" rIns="91440" bIns="45720" rtlCol="0">
            <a:normAutofit/>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p>
        </p:txBody>
      </p:sp>
      <p:sp>
        <p:nvSpPr>
          <p:cNvPr id="1191264615" name="Date Placeholder 3"/>
          <p:cNvSpPr>
            <a:spLocks noGrp="1"/>
          </p:cNvSpPr>
          <p:nvPr>
            <p:ph type="dt" sz="half" idx="2"/>
          </p:nvPr>
        </p:nvSpPr>
        <p:spPr bwMode="auto">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BCC18F51-09EC-435C-A3BA-64A766E099C0}" type="datetimeFigureOut">
              <a:rPr lang="en-US"/>
              <a:t>9/1/2026</a:t>
            </a:fld>
            <a:endParaRPr lang="en-US"/>
          </a:p>
        </p:txBody>
      </p:sp>
      <p:sp>
        <p:nvSpPr>
          <p:cNvPr id="943872002" name="Footer Placeholder 4"/>
          <p:cNvSpPr>
            <a:spLocks noGrp="1"/>
          </p:cNvSpPr>
          <p:nvPr>
            <p:ph type="ftr" sz="quarter" idx="3"/>
          </p:nvPr>
        </p:nvSpPr>
        <p:spPr bwMode="auto">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550781856" name="Slide Number Placeholder 5"/>
          <p:cNvSpPr>
            <a:spLocks noGrp="1"/>
          </p:cNvSpPr>
          <p:nvPr>
            <p:ph type="sldNum" sz="quarter" idx="4"/>
          </p:nvPr>
        </p:nvSpPr>
        <p:spPr bwMode="auto">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08395586-F03A-48D1-94DF-16B239DF4FB5}" type="slidenum">
              <a:rPr lang="en-US"/>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a:lnSpc>
          <a:spcPct val="90000"/>
        </a:lnSpc>
        <a:spcBef>
          <a:spcPts val="0"/>
        </a:spcBef>
        <a:buNone/>
        <a:defRPr sz="4400">
          <a:solidFill>
            <a:schemeClr val="tx1"/>
          </a:solidFill>
          <a:latin typeface="+mj-lt"/>
          <a:ea typeface="+mj-ea"/>
          <a:cs typeface="+mj-cs"/>
        </a:defRPr>
      </a:lvl1pPr>
    </p:titleStyle>
    <p:bodyStyle>
      <a:lvl1pPr marL="228600" indent="-228600" algn="l" defTabSz="914400" rtl="0">
        <a:lnSpc>
          <a:spcPct val="90000"/>
        </a:lnSpc>
        <a:spcBef>
          <a:spcPts val="1000"/>
        </a:spcBef>
        <a:buFont typeface="Arial"/>
        <a:buChar char="•"/>
        <a:defRPr sz="2800">
          <a:solidFill>
            <a:schemeClr val="tx1"/>
          </a:solidFill>
          <a:latin typeface="+mn-lt"/>
          <a:ea typeface="+mn-ea"/>
          <a:cs typeface="+mn-cs"/>
        </a:defRPr>
      </a:lvl1pPr>
      <a:lvl2pPr marL="685800" indent="-228600" algn="l" defTabSz="914400" rtl="0">
        <a:lnSpc>
          <a:spcPct val="90000"/>
        </a:lnSpc>
        <a:spcBef>
          <a:spcPts val="500"/>
        </a:spcBef>
        <a:buFont typeface="Arial"/>
        <a:buChar char="•"/>
        <a:defRPr sz="2400">
          <a:solidFill>
            <a:schemeClr val="tx1"/>
          </a:solidFill>
          <a:latin typeface="+mn-lt"/>
          <a:ea typeface="+mn-ea"/>
          <a:cs typeface="+mn-cs"/>
        </a:defRPr>
      </a:lvl2pPr>
      <a:lvl3pPr marL="1143000" indent="-228600" algn="l" defTabSz="914400" rtl="0">
        <a:lnSpc>
          <a:spcPct val="90000"/>
        </a:lnSpc>
        <a:spcBef>
          <a:spcPts val="500"/>
        </a:spcBef>
        <a:buFont typeface="Arial"/>
        <a:buChar char="•"/>
        <a:defRPr sz="2000">
          <a:solidFill>
            <a:schemeClr val="tx1"/>
          </a:solidFill>
          <a:latin typeface="+mn-lt"/>
          <a:ea typeface="+mn-ea"/>
          <a:cs typeface="+mn-cs"/>
        </a:defRPr>
      </a:lvl3pPr>
      <a:lvl4pPr marL="1600200" indent="-228600" algn="l" defTabSz="914400" rtl="0">
        <a:lnSpc>
          <a:spcPct val="90000"/>
        </a:lnSpc>
        <a:spcBef>
          <a:spcPts val="500"/>
        </a:spcBef>
        <a:buFont typeface="Arial"/>
        <a:buChar char="•"/>
        <a:defRPr sz="1800">
          <a:solidFill>
            <a:schemeClr val="tx1"/>
          </a:solidFill>
          <a:latin typeface="+mn-lt"/>
          <a:ea typeface="+mn-ea"/>
          <a:cs typeface="+mn-cs"/>
        </a:defRPr>
      </a:lvl4pPr>
      <a:lvl5pPr marL="2057400" indent="-228600" algn="l" defTabSz="914400" rtl="0">
        <a:lnSpc>
          <a:spcPct val="90000"/>
        </a:lnSpc>
        <a:spcBef>
          <a:spcPts val="500"/>
        </a:spcBef>
        <a:buFont typeface="Arial"/>
        <a:buChar char="•"/>
        <a:defRPr sz="1800">
          <a:solidFill>
            <a:schemeClr val="tx1"/>
          </a:solidFill>
          <a:latin typeface="+mn-lt"/>
          <a:ea typeface="+mn-ea"/>
          <a:cs typeface="+mn-cs"/>
        </a:defRPr>
      </a:lvl5pPr>
      <a:lvl6pPr marL="2514600" indent="-228600" algn="l" defTabSz="914400" rtl="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500"/>
        </a:spcBef>
        <a:buFont typeface="Arial"/>
        <a:buChar char="•"/>
        <a:defRPr sz="1800">
          <a:solidFill>
            <a:schemeClr val="tx1"/>
          </a:solidFill>
          <a:latin typeface="+mn-lt"/>
          <a:ea typeface="+mn-ea"/>
          <a:cs typeface="+mn-cs"/>
        </a:defRPr>
      </a:lvl9pPr>
    </p:bodyStyle>
    <p:other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39" y="0"/>
            <a:ext cx="12185522" cy="6858000"/>
          </a:xfrm>
          <a:prstGeom prst="rect">
            <a:avLst/>
          </a:prstGeom>
        </p:spPr>
      </p:pic>
    </p:spTree>
    <p:extLst>
      <p:ext uri="{BB962C8B-B14F-4D97-AF65-F5344CB8AC3E}">
        <p14:creationId xmlns:p14="http://schemas.microsoft.com/office/powerpoint/2010/main" val="2179105850"/>
      </p:ext>
    </p:extLst>
  </p:cSld>
  <p:clrMapOvr>
    <a:masterClrMapping/>
  </p:clrMapOvr>
  <mc:AlternateContent xmlns:mc="http://schemas.openxmlformats.org/markup-compatibility/2006">
    <mc:Choice xmlns:p14="http://schemas.microsoft.com/office/powerpoint/2010/main" xmlns:p159="http://schemas.microsoft.com/office/powerpoint/2015/09/main" xmlns:w="http://schemas.openxmlformats.org/wordprocessingml/2006/main" xmlns:m="http://schemas.openxmlformats.org/officeDocument/2006/math" xmlns="" Requires="p159">
      <p:transition spd="fast" p14:dur="500" advClick="1">
        <p:wipe dir="r"/>
      </p:transition>
    </mc:Choice>
    <mc:Fallback>
      <p:transition>
        <p:wipe dir="r"/>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pic>
        <p:nvPicPr>
          <p:cNvPr id="75564308" name="Picture 75564307"/>
          <p:cNvPicPr>
            <a:picLocks noChangeAspect="1"/>
          </p:cNvPicPr>
          <p:nvPr/>
        </p:nvPicPr>
        <p:blipFill rotWithShape="1">
          <a:blip r:embed="rId3"/>
          <a:stretch/>
        </p:blipFill>
        <p:spPr bwMode="auto">
          <a:xfrm>
            <a:off x="-99253" y="-33716"/>
            <a:ext cx="12375545" cy="6907281"/>
          </a:xfrm>
          <a:prstGeom prst="rect">
            <a:avLst/>
          </a:prstGeom>
        </p:spPr>
      </p:pic>
    </p:spTree>
  </p:cSld>
  <p:clrMapOvr>
    <a:masterClrMapping/>
  </p:clrMapOvr>
  <mc:AlternateContent xmlns:mc="http://schemas.openxmlformats.org/markup-compatibility/2006">
    <mc:Choice xmlns:p14="http://schemas.microsoft.com/office/powerpoint/2010/main" xmlns:p159="http://schemas.microsoft.com/office/powerpoint/2015/09/main" xmlns:w="http://schemas.openxmlformats.org/wordprocessingml/2006/main" xmlns:m="http://schemas.openxmlformats.org/officeDocument/2006/math" xmlns="" Requires="p159">
      <p:transition spd="fast" p14:dur="500" advClick="1">
        <p:wipe dir="r"/>
      </p:transition>
    </mc:Choice>
    <mc:Fallback>
      <p:transition>
        <p:wipe dir="r"/>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pic>
        <p:nvPicPr>
          <p:cNvPr id="2020281554" name="Picture 2020281553"/>
          <p:cNvPicPr>
            <a:picLocks noChangeAspect="1"/>
          </p:cNvPicPr>
          <p:nvPr/>
        </p:nvPicPr>
        <p:blipFill rotWithShape="1">
          <a:blip r:embed="rId3"/>
          <a:stretch/>
        </p:blipFill>
        <p:spPr bwMode="auto">
          <a:xfrm>
            <a:off x="-86624" y="-50574"/>
            <a:ext cx="12275385" cy="6908574"/>
          </a:xfrm>
          <a:prstGeom prst="rect">
            <a:avLst/>
          </a:prstGeom>
        </p:spPr>
      </p:pic>
    </p:spTree>
  </p:cSld>
  <p:clrMapOvr>
    <a:masterClrMapping/>
  </p:clrMapOvr>
  <mc:AlternateContent xmlns:mc="http://schemas.openxmlformats.org/markup-compatibility/2006">
    <mc:Choice xmlns:p14="http://schemas.microsoft.com/office/powerpoint/2010/main" xmlns:p159="http://schemas.microsoft.com/office/powerpoint/2015/09/main" xmlns:w="http://schemas.openxmlformats.org/wordprocessingml/2006/main" xmlns:m="http://schemas.openxmlformats.org/officeDocument/2006/math" xmlns="" Requires="p159">
      <p:transition spd="fast" p14:dur="500" advClick="1">
        <p:wipe dir="r"/>
      </p:transition>
    </mc:Choice>
    <mc:Fallback>
      <p:transition>
        <p:wipe dir="r"/>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44678072" name="TextBox 344678071"/>
          <p:cNvSpPr txBox="1"/>
          <p:nvPr/>
        </p:nvSpPr>
        <p:spPr bwMode="auto">
          <a:xfrm>
            <a:off x="581577" y="2391960"/>
            <a:ext cx="11172294" cy="1554840"/>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ctr">
              <a:defRPr/>
            </a:pPr>
            <a:r>
              <a:rPr lang="en-US" sz="2400" b="1" i="0" u="none" strike="noStrike" cap="none" spc="0">
                <a:solidFill>
                  <a:schemeClr val="tx1"/>
                </a:solidFill>
                <a:latin typeface="Arial"/>
                <a:ea typeface="Arial"/>
                <a:cs typeface="Arial"/>
              </a:rPr>
              <a:t>Assessment That Survives AI</a:t>
            </a:r>
          </a:p>
          <a:p>
            <a:pPr algn="ctr">
              <a:defRPr/>
            </a:pPr>
            <a:endParaRPr sz="2400" b="1"/>
          </a:p>
          <a:p>
            <a:pPr algn="ctr">
              <a:defRPr/>
            </a:pPr>
            <a:r>
              <a:rPr lang="en-US" sz="2400" b="1" i="0" u="none" strike="noStrike" cap="none" spc="0">
                <a:solidFill>
                  <a:schemeClr val="tx1"/>
                </a:solidFill>
                <a:latin typeface="Arial"/>
                <a:ea typeface="Arial"/>
                <a:cs typeface="Arial"/>
              </a:rPr>
              <a:t>Designing Mathematics Assignments on Graphs, Functions, Limits, and Derivatives for AI-Permitted Learning</a:t>
            </a:r>
          </a:p>
        </p:txBody>
      </p:sp>
      <p:sp>
        <p:nvSpPr>
          <p:cNvPr id="1702887333" name="TextBox 1702887332"/>
          <p:cNvSpPr txBox="1"/>
          <p:nvPr/>
        </p:nvSpPr>
        <p:spPr bwMode="auto">
          <a:xfrm>
            <a:off x="180601" y="5747300"/>
            <a:ext cx="5190383" cy="914760"/>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l">
              <a:defRPr/>
            </a:pPr>
            <a:r>
              <a:rPr/>
              <a:t>Ilia State University, Associate Professor,</a:t>
            </a:r>
          </a:p>
          <a:p>
            <a:pPr algn="l">
              <a:defRPr/>
            </a:pPr>
            <a:r>
              <a:rPr/>
              <a:t>Head of The School of Technology,</a:t>
            </a:r>
          </a:p>
          <a:p>
            <a:pPr algn="l">
              <a:defRPr/>
            </a:pPr>
            <a:r>
              <a:rPr/>
              <a:t>Head of The Computing Center.</a:t>
            </a:r>
          </a:p>
        </p:txBody>
      </p:sp>
      <p:sp>
        <p:nvSpPr>
          <p:cNvPr id="919056147" name=" 919056146"/>
          <p:cNvSpPr/>
          <p:nvPr/>
        </p:nvSpPr>
        <p:spPr bwMode="auto">
          <a:xfrm>
            <a:off x="363318" y="447590"/>
            <a:ext cx="11608813" cy="1234799"/>
          </a:xfr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defRPr/>
            </a:pPr>
            <a:r>
              <a:rPr sz="3750" b="1" i="0" u="none">
                <a:solidFill>
                  <a:srgbClr val="014399"/>
                </a:solidFill>
                <a:latin typeface="Arial"/>
                <a:ea typeface="Arial"/>
                <a:cs typeface="Arial"/>
              </a:rPr>
              <a:t>XVI Annual International Conference of the Georgian Mathematical Union</a:t>
            </a:r>
            <a:endParaRPr/>
          </a:p>
        </p:txBody>
      </p:sp>
      <p:sp>
        <p:nvSpPr>
          <p:cNvPr id="657753896" name="TextBox 657753895"/>
          <p:cNvSpPr txBox="1"/>
          <p:nvPr/>
        </p:nvSpPr>
        <p:spPr bwMode="auto">
          <a:xfrm>
            <a:off x="7330789" y="5884460"/>
            <a:ext cx="4223927" cy="640440"/>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l">
              <a:defRPr/>
            </a:pPr>
            <a:r>
              <a:rPr/>
              <a:t>Batumi Shota Rustaveli State University</a:t>
            </a:r>
          </a:p>
          <a:p>
            <a:pPr algn="l">
              <a:defRPr/>
            </a:pPr>
            <a:r>
              <a:rPr lang="en-US" sz="1800" b="0" i="0" u="none" strike="noStrike" cap="none" spc="0">
                <a:solidFill>
                  <a:schemeClr val="tx1"/>
                </a:solidFill>
                <a:latin typeface="Arial"/>
                <a:ea typeface="Arial"/>
                <a:cs typeface="Arial"/>
              </a:rPr>
              <a:t>31/08/2026 - 05/09/2026</a:t>
            </a:r>
            <a:endParaRPr/>
          </a:p>
        </p:txBody>
      </p:sp>
      <p:sp>
        <p:nvSpPr>
          <p:cNvPr id="1910169788" name="TextBox 1910169787"/>
          <p:cNvSpPr txBox="1"/>
          <p:nvPr/>
        </p:nvSpPr>
        <p:spPr bwMode="auto">
          <a:xfrm>
            <a:off x="3490552" y="4408473"/>
            <a:ext cx="5301459" cy="42707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ctr">
              <a:defRPr/>
            </a:pPr>
            <a:r>
              <a:rPr sz="2200" b="1">
                <a:solidFill>
                  <a:srgbClr val="014399"/>
                </a:solidFill>
              </a:rPr>
              <a:t>Paata Gogishvili</a:t>
            </a:r>
            <a:endParaRPr/>
          </a:p>
        </p:txBody>
      </p:sp>
    </p:spTree>
  </p:cSld>
  <p:clrMapOvr>
    <a:masterClrMapping/>
  </p:clrMapOvr>
  <mc:AlternateContent xmlns:mc="http://schemas.openxmlformats.org/markup-compatibility/2006">
    <mc:Choice xmlns:p14="http://schemas.microsoft.com/office/powerpoint/2010/main" xmlns:p159="http://schemas.microsoft.com/office/powerpoint/2015/09/main" xmlns:w="http://schemas.openxmlformats.org/wordprocessingml/2006/main" xmlns:m="http://schemas.openxmlformats.org/officeDocument/2006/math" xmlns="" Requires="p159">
      <p:transition spd="fast" p14:dur="500" advClick="1">
        <p:wipe dir="r"/>
      </p:transition>
    </mc:Choice>
    <mc:Fallback>
      <p:transition>
        <p:wipe dir="r"/>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538183009" name="TextBox 1538183008"/>
          <p:cNvSpPr txBox="1"/>
          <p:nvPr/>
        </p:nvSpPr>
        <p:spPr bwMode="auto">
          <a:xfrm>
            <a:off x="180601" y="480205"/>
            <a:ext cx="11807071" cy="176819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l">
              <a:defRPr/>
            </a:pPr>
            <a:r>
              <a:rPr lang="en-US" sz="2200" b="0" i="0" u="none" strike="noStrike" cap="none" spc="0" dirty="0">
                <a:solidFill>
                  <a:schemeClr val="tx1"/>
                </a:solidFill>
                <a:latin typeface="Arial"/>
                <a:ea typeface="Arial"/>
                <a:cs typeface="Arial"/>
              </a:rPr>
              <a:t>Teaching mathematics is one of the biggest challenges in modern higher education.</a:t>
            </a:r>
            <a:endParaRPr sz="2200" dirty="0"/>
          </a:p>
          <a:p>
            <a:pPr algn="l">
              <a:defRPr/>
            </a:pPr>
            <a:endParaRPr sz="2200" dirty="0"/>
          </a:p>
          <a:p>
            <a:pPr algn="l">
              <a:defRPr/>
            </a:pPr>
            <a:r>
              <a:rPr lang="en-US" sz="2200" b="0" i="0" u="none" strike="noStrike" cap="none" spc="0" dirty="0">
                <a:solidFill>
                  <a:schemeClr val="tx1"/>
                </a:solidFill>
                <a:latin typeface="Arial"/>
                <a:ea typeface="Arial"/>
                <a:cs typeface="Arial"/>
              </a:rPr>
              <a:t>Typically, the level of first-year students in mathematics is very low. Sometimes, their knowledge is limited to memorized formulas, and there is a noticeable lack of analytical and mathematical thinking.</a:t>
            </a:r>
            <a:endParaRPr sz="2200" dirty="0"/>
          </a:p>
        </p:txBody>
      </p:sp>
      <p:sp>
        <p:nvSpPr>
          <p:cNvPr id="651629504" name="TextBox 651629503"/>
          <p:cNvSpPr txBox="1"/>
          <p:nvPr/>
        </p:nvSpPr>
        <p:spPr bwMode="auto">
          <a:xfrm>
            <a:off x="180601" y="2915760"/>
            <a:ext cx="11810670" cy="176819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l">
              <a:defRPr/>
            </a:pPr>
            <a:r>
              <a:rPr lang="en-US" sz="2200" b="0" i="0" u="none" strike="noStrike" cap="none" spc="0">
                <a:solidFill>
                  <a:schemeClr val="tx1"/>
                </a:solidFill>
                <a:latin typeface="Arial"/>
                <a:ea typeface="Arial"/>
                <a:cs typeface="Arial"/>
              </a:rPr>
              <a:t>The emergence of artificial intelligence systems has added new dimensions to teaching.</a:t>
            </a:r>
            <a:endParaRPr sz="2200"/>
          </a:p>
          <a:p>
            <a:pPr algn="l">
              <a:defRPr/>
            </a:pPr>
            <a:endParaRPr sz="2200"/>
          </a:p>
          <a:p>
            <a:pPr algn="l">
              <a:defRPr/>
            </a:pPr>
            <a:r>
              <a:rPr lang="en-US" sz="2200" b="0" i="0" u="none" strike="noStrike" cap="none" spc="0">
                <a:solidFill>
                  <a:schemeClr val="tx1"/>
                </a:solidFill>
                <a:latin typeface="Arial"/>
                <a:ea typeface="Arial"/>
                <a:cs typeface="Arial"/>
              </a:rPr>
              <a:t>Students try to copy their assignments directly into artificial intelligence systems to get ready-made solutions. Artificial intelligence, on the other hand, handles mathematical tasks quite successfully.</a:t>
            </a:r>
            <a:endParaRPr sz="2200"/>
          </a:p>
        </p:txBody>
      </p:sp>
      <p:sp>
        <p:nvSpPr>
          <p:cNvPr id="431778822" name="TextBox 431778821"/>
          <p:cNvSpPr txBox="1"/>
          <p:nvPr/>
        </p:nvSpPr>
        <p:spPr bwMode="auto">
          <a:xfrm>
            <a:off x="190485" y="5470483"/>
            <a:ext cx="11821469" cy="42707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ctr">
              <a:defRPr/>
            </a:pPr>
            <a:r>
              <a:rPr lang="en-US" sz="2200" b="1" i="0" u="none" strike="noStrike" cap="none" spc="0">
                <a:solidFill>
                  <a:schemeClr val="tx1"/>
                </a:solidFill>
                <a:latin typeface="Arial"/>
                <a:ea typeface="Arial"/>
                <a:cs typeface="Arial"/>
              </a:rPr>
              <a:t>Our presentation today is dedicated specifically to tackling this challenge.</a:t>
            </a:r>
            <a:endParaRPr sz="2200" b="1"/>
          </a:p>
        </p:txBody>
      </p:sp>
    </p:spTree>
  </p:cSld>
  <p:clrMapOvr>
    <a:masterClrMapping/>
  </p:clrMapOvr>
  <mc:AlternateContent xmlns:mc="http://schemas.openxmlformats.org/markup-compatibility/2006">
    <mc:Choice xmlns:p14="http://schemas.microsoft.com/office/powerpoint/2010/main" xmlns:p159="http://schemas.microsoft.com/office/powerpoint/2015/09/main" xmlns:w="http://schemas.openxmlformats.org/wordprocessingml/2006/main" xmlns:m="http://schemas.openxmlformats.org/officeDocument/2006/math" xmlns="" Requires="p159">
      <p:transition spd="fast" p14:dur="500" advClick="1">
        <p:wipe dir="r"/>
      </p:transition>
    </mc:Choice>
    <mc:Fallback>
      <p:transition>
        <p:wipe dir="r"/>
      </p:transition>
    </mc:Fallback>
  </mc:AlternateContent>
  <p:timing>
    <p:tnLst>
      <p:par>
        <p:cTn id="1" dur="indefinite" restart="never" nodeType="tmRoot">
          <p:childTnLst>
            <p:seq concurrent="1" nextAc="seek">
              <p:cTn id="2" dur="indefinite" nodeType="mainSeq">
                <p:childTnLst>
                  <p:par>
                    <p:cTn id="3" fill="hold">
                      <p:stCondLst>
                        <p:cond delay="indefinite"/>
                        <p:cond evt="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538183009"/>
                                        </p:tgtEl>
                                        <p:attrNameLst>
                                          <p:attrName>style.visibility</p:attrName>
                                        </p:attrNameLst>
                                      </p:cBhvr>
                                      <p:to>
                                        <p:strVal val="visible"/>
                                      </p:to>
                                    </p:set>
                                    <p:anim calcmode="lin" valueType="num">
                                      <p:cBhvr additive="base">
                                        <p:cTn id="7" dur="500" fill="hold"/>
                                        <p:tgtEl>
                                          <p:spTgt spid="1538183009"/>
                                        </p:tgtEl>
                                        <p:attrNameLst>
                                          <p:attrName>ppt_x</p:attrName>
                                        </p:attrNameLst>
                                      </p:cBhvr>
                                      <p:tavLst>
                                        <p:tav tm="0">
                                          <p:val>
                                            <p:strVal val="#ppt_x"/>
                                          </p:val>
                                        </p:tav>
                                        <p:tav tm="100000">
                                          <p:val>
                                            <p:strVal val="#ppt_x"/>
                                          </p:val>
                                        </p:tav>
                                      </p:tavLst>
                                    </p:anim>
                                    <p:anim calcmode="lin" valueType="num">
                                      <p:cBhvr additive="base">
                                        <p:cTn id="8" dur="500" fill="hold"/>
                                        <p:tgtEl>
                                          <p:spTgt spid="1538183009"/>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651629504"/>
                                        </p:tgtEl>
                                        <p:attrNameLst>
                                          <p:attrName>style.visibility</p:attrName>
                                        </p:attrNameLst>
                                      </p:cBhvr>
                                      <p:to>
                                        <p:strVal val="visible"/>
                                      </p:to>
                                    </p:set>
                                    <p:anim calcmode="lin" valueType="num">
                                      <p:cBhvr additive="base">
                                        <p:cTn id="12" dur="500" fill="hold"/>
                                        <p:tgtEl>
                                          <p:spTgt spid="651629504"/>
                                        </p:tgtEl>
                                        <p:attrNameLst>
                                          <p:attrName>ppt_x</p:attrName>
                                        </p:attrNameLst>
                                      </p:cBhvr>
                                      <p:tavLst>
                                        <p:tav tm="0">
                                          <p:val>
                                            <p:strVal val="#ppt_x"/>
                                          </p:val>
                                        </p:tav>
                                        <p:tav tm="100000">
                                          <p:val>
                                            <p:strVal val="#ppt_x"/>
                                          </p:val>
                                        </p:tav>
                                      </p:tavLst>
                                    </p:anim>
                                    <p:anim calcmode="lin" valueType="num">
                                      <p:cBhvr additive="base">
                                        <p:cTn id="13" dur="500" fill="hold"/>
                                        <p:tgtEl>
                                          <p:spTgt spid="651629504"/>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431778822"/>
                                        </p:tgtEl>
                                        <p:attrNameLst>
                                          <p:attrName>style.visibility</p:attrName>
                                        </p:attrNameLst>
                                      </p:cBhvr>
                                      <p:to>
                                        <p:strVal val="visible"/>
                                      </p:to>
                                    </p:set>
                                    <p:anim calcmode="lin" valueType="num">
                                      <p:cBhvr additive="base">
                                        <p:cTn id="18" dur="500" fill="hold"/>
                                        <p:tgtEl>
                                          <p:spTgt spid="431778822"/>
                                        </p:tgtEl>
                                        <p:attrNameLst>
                                          <p:attrName>ppt_x</p:attrName>
                                        </p:attrNameLst>
                                      </p:cBhvr>
                                      <p:tavLst>
                                        <p:tav tm="0">
                                          <p:val>
                                            <p:strVal val="#ppt_x"/>
                                          </p:val>
                                        </p:tav>
                                        <p:tav tm="100000">
                                          <p:val>
                                            <p:strVal val="#ppt_x"/>
                                          </p:val>
                                        </p:tav>
                                      </p:tavLst>
                                    </p:anim>
                                    <p:anim calcmode="lin" valueType="num">
                                      <p:cBhvr additive="base">
                                        <p:cTn id="19" dur="500" fill="hold"/>
                                        <p:tgtEl>
                                          <p:spTgt spid="43177882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538183009" name="TextBox 1538183008"/>
          <p:cNvSpPr txBox="1"/>
          <p:nvPr/>
        </p:nvSpPr>
        <p:spPr bwMode="auto">
          <a:xfrm>
            <a:off x="180601" y="480205"/>
            <a:ext cx="11807071" cy="1065484"/>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just">
              <a:defRPr/>
            </a:pPr>
            <a:r>
              <a:rPr lang="en-US" sz="2200" dirty="0"/>
              <a:t>Excluding the artificial intelligence factor is one approach. For example, during exams, we could bring the student into an examination hall where supervision is established, thus eliminating the use of AI systems.</a:t>
            </a:r>
            <a:endParaRPr sz="2200" dirty="0"/>
          </a:p>
        </p:txBody>
      </p:sp>
      <p:sp>
        <p:nvSpPr>
          <p:cNvPr id="651629504" name="TextBox 651629503"/>
          <p:cNvSpPr txBox="1"/>
          <p:nvPr/>
        </p:nvSpPr>
        <p:spPr bwMode="auto">
          <a:xfrm>
            <a:off x="180601" y="2915760"/>
            <a:ext cx="11810670" cy="416717"/>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defRPr/>
            </a:pPr>
            <a:r>
              <a:rPr lang="en-US" sz="2200" dirty="0"/>
              <a:t>The goal of our report is to propose a different approach</a:t>
            </a:r>
            <a:r>
              <a:rPr lang="en-US" sz="2200" dirty="0" smtClean="0"/>
              <a:t>.</a:t>
            </a:r>
            <a:endParaRPr lang="ka-GE" sz="2200" dirty="0" smtClean="0"/>
          </a:p>
        </p:txBody>
      </p:sp>
      <p:sp>
        <p:nvSpPr>
          <p:cNvPr id="431778822" name="TextBox 431778821"/>
          <p:cNvSpPr txBox="1"/>
          <p:nvPr/>
        </p:nvSpPr>
        <p:spPr bwMode="auto">
          <a:xfrm>
            <a:off x="190485" y="5470483"/>
            <a:ext cx="11821469" cy="741100"/>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ctr">
              <a:defRPr/>
            </a:pPr>
            <a:r>
              <a:rPr lang="en-US" sz="2200" b="1" dirty="0"/>
              <a:t>We have developed a method that takes into account the fact that a student might use artificial intelligence, yet we are still able to adequately assess their knowledge.</a:t>
            </a:r>
          </a:p>
        </p:txBody>
      </p:sp>
    </p:spTree>
    <p:extLst>
      <p:ext uri="{BB962C8B-B14F-4D97-AF65-F5344CB8AC3E}">
        <p14:creationId xmlns:p14="http://schemas.microsoft.com/office/powerpoint/2010/main" val="2631341982"/>
      </p:ext>
    </p:extLst>
  </p:cSld>
  <p:clrMapOvr>
    <a:masterClrMapping/>
  </p:clrMapOvr>
  <mc:AlternateContent xmlns:mc="http://schemas.openxmlformats.org/markup-compatibility/2006">
    <mc:Choice xmlns:p14="http://schemas.microsoft.com/office/powerpoint/2010/main" xmlns:p159="http://schemas.microsoft.com/office/powerpoint/2015/09/main" xmlns:w="http://schemas.openxmlformats.org/wordprocessingml/2006/main" xmlns:m="http://schemas.openxmlformats.org/officeDocument/2006/math" xmlns="" Requires="p159">
      <p:transition spd="fast" p14:dur="500" advClick="1">
        <p:wipe dir="r"/>
      </p:transition>
    </mc:Choice>
    <mc:Fallback>
      <p:transition>
        <p:wipe dir="r"/>
      </p:transition>
    </mc:Fallback>
  </mc:AlternateContent>
  <p:timing>
    <p:tnLst>
      <p:par>
        <p:cTn id="1" dur="indefinite" restart="never" nodeType="tmRoot">
          <p:childTnLst>
            <p:seq concurrent="1" nextAc="seek">
              <p:cTn id="2" dur="indefinite" nodeType="mainSeq">
                <p:childTnLst>
                  <p:par>
                    <p:cTn id="3" fill="hold">
                      <p:stCondLst>
                        <p:cond delay="indefinite"/>
                        <p:cond evt="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538183009"/>
                                        </p:tgtEl>
                                        <p:attrNameLst>
                                          <p:attrName>style.visibility</p:attrName>
                                        </p:attrNameLst>
                                      </p:cBhvr>
                                      <p:to>
                                        <p:strVal val="visible"/>
                                      </p:to>
                                    </p:set>
                                    <p:anim calcmode="lin" valueType="num">
                                      <p:cBhvr additive="base">
                                        <p:cTn id="7" dur="500" fill="hold"/>
                                        <p:tgtEl>
                                          <p:spTgt spid="1538183009"/>
                                        </p:tgtEl>
                                        <p:attrNameLst>
                                          <p:attrName>ppt_x</p:attrName>
                                        </p:attrNameLst>
                                      </p:cBhvr>
                                      <p:tavLst>
                                        <p:tav tm="0">
                                          <p:val>
                                            <p:strVal val="#ppt_x"/>
                                          </p:val>
                                        </p:tav>
                                        <p:tav tm="100000">
                                          <p:val>
                                            <p:strVal val="#ppt_x"/>
                                          </p:val>
                                        </p:tav>
                                      </p:tavLst>
                                    </p:anim>
                                    <p:anim calcmode="lin" valueType="num">
                                      <p:cBhvr additive="base">
                                        <p:cTn id="8" dur="500" fill="hold"/>
                                        <p:tgtEl>
                                          <p:spTgt spid="1538183009"/>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651629504"/>
                                        </p:tgtEl>
                                        <p:attrNameLst>
                                          <p:attrName>style.visibility</p:attrName>
                                        </p:attrNameLst>
                                      </p:cBhvr>
                                      <p:to>
                                        <p:strVal val="visible"/>
                                      </p:to>
                                    </p:set>
                                    <p:anim calcmode="lin" valueType="num">
                                      <p:cBhvr additive="base">
                                        <p:cTn id="12" dur="500" fill="hold"/>
                                        <p:tgtEl>
                                          <p:spTgt spid="651629504"/>
                                        </p:tgtEl>
                                        <p:attrNameLst>
                                          <p:attrName>ppt_x</p:attrName>
                                        </p:attrNameLst>
                                      </p:cBhvr>
                                      <p:tavLst>
                                        <p:tav tm="0">
                                          <p:val>
                                            <p:strVal val="#ppt_x"/>
                                          </p:val>
                                        </p:tav>
                                        <p:tav tm="100000">
                                          <p:val>
                                            <p:strVal val="#ppt_x"/>
                                          </p:val>
                                        </p:tav>
                                      </p:tavLst>
                                    </p:anim>
                                    <p:anim calcmode="lin" valueType="num">
                                      <p:cBhvr additive="base">
                                        <p:cTn id="13" dur="500" fill="hold"/>
                                        <p:tgtEl>
                                          <p:spTgt spid="651629504"/>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431778822"/>
                                        </p:tgtEl>
                                        <p:attrNameLst>
                                          <p:attrName>style.visibility</p:attrName>
                                        </p:attrNameLst>
                                      </p:cBhvr>
                                      <p:to>
                                        <p:strVal val="visible"/>
                                      </p:to>
                                    </p:set>
                                    <p:anim calcmode="lin" valueType="num">
                                      <p:cBhvr additive="base">
                                        <p:cTn id="18" dur="500" fill="hold"/>
                                        <p:tgtEl>
                                          <p:spTgt spid="431778822"/>
                                        </p:tgtEl>
                                        <p:attrNameLst>
                                          <p:attrName>ppt_x</p:attrName>
                                        </p:attrNameLst>
                                      </p:cBhvr>
                                      <p:tavLst>
                                        <p:tav tm="0">
                                          <p:val>
                                            <p:strVal val="#ppt_x"/>
                                          </p:val>
                                        </p:tav>
                                        <p:tav tm="100000">
                                          <p:val>
                                            <p:strVal val="#ppt_x"/>
                                          </p:val>
                                        </p:tav>
                                      </p:tavLst>
                                    </p:anim>
                                    <p:anim calcmode="lin" valueType="num">
                                      <p:cBhvr additive="base">
                                        <p:cTn id="19" dur="500" fill="hold"/>
                                        <p:tgtEl>
                                          <p:spTgt spid="43177882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538183009" name="TextBox 1538183008"/>
          <p:cNvSpPr txBox="1"/>
          <p:nvPr/>
        </p:nvSpPr>
        <p:spPr bwMode="auto">
          <a:xfrm>
            <a:off x="180601" y="1851806"/>
            <a:ext cx="11807071" cy="2038635"/>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just">
              <a:defRPr/>
            </a:pPr>
            <a:r>
              <a:rPr lang="en-US" sz="2200" dirty="0"/>
              <a:t>I teach several </a:t>
            </a:r>
            <a:r>
              <a:rPr lang="en-US" sz="2200" dirty="0" smtClean="0"/>
              <a:t>courses </a:t>
            </a:r>
            <a:r>
              <a:rPr lang="en-US" sz="2200" dirty="0"/>
              <a:t>at the university where I actively use mathematical tools, which is precisely why I started working on this issue. Furthermore, my father teaches mathematics at the university, and he was also interested in working on these matters. </a:t>
            </a:r>
            <a:endParaRPr lang="en-US" sz="2200" dirty="0" smtClean="0"/>
          </a:p>
          <a:p>
            <a:pPr algn="just">
              <a:defRPr/>
            </a:pPr>
            <a:endParaRPr lang="en-US" sz="2200" dirty="0"/>
          </a:p>
          <a:p>
            <a:pPr algn="just">
              <a:defRPr/>
            </a:pPr>
            <a:r>
              <a:rPr lang="en-US" sz="2200" dirty="0" smtClean="0"/>
              <a:t>Last </a:t>
            </a:r>
            <a:r>
              <a:rPr lang="en-US" sz="2200" dirty="0"/>
              <a:t>year, he presented the results of our joint work to you. Since then, our approach has developed further, and today I am presenting these updated results.</a:t>
            </a:r>
            <a:endParaRPr sz="2200" dirty="0"/>
          </a:p>
        </p:txBody>
      </p:sp>
    </p:spTree>
    <p:extLst>
      <p:ext uri="{BB962C8B-B14F-4D97-AF65-F5344CB8AC3E}">
        <p14:creationId xmlns:p14="http://schemas.microsoft.com/office/powerpoint/2010/main" val="2481605053"/>
      </p:ext>
    </p:extLst>
  </p:cSld>
  <p:clrMapOvr>
    <a:masterClrMapping/>
  </p:clrMapOvr>
  <mc:AlternateContent xmlns:mc="http://schemas.openxmlformats.org/markup-compatibility/2006">
    <mc:Choice xmlns:p14="http://schemas.microsoft.com/office/powerpoint/2010/main" xmlns:p159="http://schemas.microsoft.com/office/powerpoint/2015/09/main" xmlns:w="http://schemas.openxmlformats.org/wordprocessingml/2006/main" xmlns:m="http://schemas.openxmlformats.org/officeDocument/2006/math" xmlns="" Requires="p159">
      <p:transition spd="fast" p14:dur="500" advClick="1">
        <p:wipe dir="r"/>
      </p:transition>
    </mc:Choice>
    <mc:Fallback>
      <p:transition>
        <p:wipe dir="r"/>
      </p:transition>
    </mc:Fallback>
  </mc:AlternateContent>
  <p:timing>
    <p:tnLst>
      <p:par>
        <p:cTn id="1" dur="indefinite" restart="never" nodeType="tmRoot">
          <p:childTnLst>
            <p:seq concurrent="1" nextAc="seek">
              <p:cTn id="2" dur="indefinite" nodeType="mainSeq">
                <p:childTnLst>
                  <p:par>
                    <p:cTn id="3" fill="hold">
                      <p:stCondLst>
                        <p:cond delay="indefinite"/>
                        <p:cond evt="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538183009"/>
                                        </p:tgtEl>
                                        <p:attrNameLst>
                                          <p:attrName>style.visibility</p:attrName>
                                        </p:attrNameLst>
                                      </p:cBhvr>
                                      <p:to>
                                        <p:strVal val="visible"/>
                                      </p:to>
                                    </p:set>
                                    <p:anim calcmode="lin" valueType="num">
                                      <p:cBhvr additive="base">
                                        <p:cTn id="7" dur="500" fill="hold"/>
                                        <p:tgtEl>
                                          <p:spTgt spid="1538183009"/>
                                        </p:tgtEl>
                                        <p:attrNameLst>
                                          <p:attrName>ppt_x</p:attrName>
                                        </p:attrNameLst>
                                      </p:cBhvr>
                                      <p:tavLst>
                                        <p:tav tm="0">
                                          <p:val>
                                            <p:strVal val="#ppt_x"/>
                                          </p:val>
                                        </p:tav>
                                        <p:tav tm="100000">
                                          <p:val>
                                            <p:strVal val="#ppt_x"/>
                                          </p:val>
                                        </p:tav>
                                      </p:tavLst>
                                    </p:anim>
                                    <p:anim calcmode="lin" valueType="num">
                                      <p:cBhvr additive="base">
                                        <p:cTn id="8" dur="500" fill="hold"/>
                                        <p:tgtEl>
                                          <p:spTgt spid="153818300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651629504" name="TextBox 651629503"/>
          <p:cNvSpPr txBox="1"/>
          <p:nvPr/>
        </p:nvSpPr>
        <p:spPr bwMode="auto">
          <a:xfrm>
            <a:off x="177002" y="1235815"/>
            <a:ext cx="11810670" cy="1714252"/>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defRPr/>
            </a:pPr>
            <a:r>
              <a:rPr lang="en-US" sz="2200" dirty="0"/>
              <a:t>First of all, let us consider the technique for working with graphs</a:t>
            </a:r>
            <a:r>
              <a:rPr lang="en-US" sz="2200" dirty="0" smtClean="0"/>
              <a:t>.</a:t>
            </a:r>
          </a:p>
          <a:p>
            <a:pPr>
              <a:defRPr/>
            </a:pPr>
            <a:endParaRPr lang="en-US" sz="2200" dirty="0"/>
          </a:p>
          <a:p>
            <a:pPr>
              <a:defRPr/>
            </a:pPr>
            <a:r>
              <a:rPr lang="en-US" sz="2200" dirty="0" smtClean="0"/>
              <a:t>A </a:t>
            </a:r>
            <a:r>
              <a:rPr lang="en-US" sz="2200" dirty="0"/>
              <a:t>standard problem formulation might look like this</a:t>
            </a:r>
            <a:r>
              <a:rPr lang="en-US" sz="2200" dirty="0" smtClean="0"/>
              <a:t>:</a:t>
            </a:r>
          </a:p>
          <a:p>
            <a:pPr>
              <a:defRPr/>
            </a:pPr>
            <a:endParaRPr lang="en-US" sz="2200" dirty="0"/>
          </a:p>
          <a:p>
            <a:pPr>
              <a:defRPr/>
            </a:pPr>
            <a:r>
              <a:rPr lang="en-US" sz="2200" dirty="0" smtClean="0"/>
              <a:t>Given </a:t>
            </a:r>
            <a:r>
              <a:rPr lang="en-US" sz="2200" dirty="0"/>
              <a:t>a graph:</a:t>
            </a:r>
            <a:endParaRPr lang="ka-GE" sz="2200" dirty="0" smtClean="0"/>
          </a:p>
        </p:txBody>
      </p:sp>
      <p:sp>
        <p:nvSpPr>
          <p:cNvPr id="1538183009" name="TextBox 1538183008"/>
          <p:cNvSpPr txBox="1"/>
          <p:nvPr/>
        </p:nvSpPr>
        <p:spPr bwMode="auto">
          <a:xfrm>
            <a:off x="180601" y="480205"/>
            <a:ext cx="11807071" cy="534698"/>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just">
              <a:defRPr/>
            </a:pPr>
            <a:r>
              <a:rPr lang="en-US" sz="3000" b="1" dirty="0" smtClean="0"/>
              <a:t>GRAPHS</a:t>
            </a:r>
            <a:endParaRPr sz="3000" b="1" dirty="0"/>
          </a:p>
        </p:txBody>
      </p:sp>
      <p:sp>
        <p:nvSpPr>
          <p:cNvPr id="3" name="Rectangle 2"/>
          <p:cNvSpPr/>
          <p:nvPr/>
        </p:nvSpPr>
        <p:spPr>
          <a:xfrm>
            <a:off x="177002" y="5824475"/>
            <a:ext cx="11186352" cy="430887"/>
          </a:xfrm>
          <a:prstGeom prst="rect">
            <a:avLst/>
          </a:prstGeom>
        </p:spPr>
        <p:txBody>
          <a:bodyPr wrap="square">
            <a:spAutoFit/>
          </a:bodyPr>
          <a:lstStyle/>
          <a:p>
            <a:r>
              <a:rPr lang="en-US" sz="2200" dirty="0"/>
              <a:t>Find a path from the starting vertex to the goal vertex using the DFS algorithm.</a:t>
            </a:r>
          </a:p>
        </p:txBody>
      </p:sp>
      <p:pic>
        <p:nvPicPr>
          <p:cNvPr id="7" name="Picture 6"/>
          <p:cNvPicPr/>
          <p:nvPr/>
        </p:nvPicPr>
        <p:blipFill>
          <a:blip r:embed="rId3"/>
          <a:stretch>
            <a:fillRect/>
          </a:stretch>
        </p:blipFill>
        <p:spPr>
          <a:xfrm>
            <a:off x="2553173" y="2589131"/>
            <a:ext cx="6192520" cy="3061970"/>
          </a:xfrm>
          <a:prstGeom prst="rect">
            <a:avLst/>
          </a:prstGeom>
        </p:spPr>
      </p:pic>
    </p:spTree>
    <p:extLst>
      <p:ext uri="{BB962C8B-B14F-4D97-AF65-F5344CB8AC3E}">
        <p14:creationId xmlns:p14="http://schemas.microsoft.com/office/powerpoint/2010/main" val="2224650445"/>
      </p:ext>
    </p:extLst>
  </p:cSld>
  <p:clrMapOvr>
    <a:masterClrMapping/>
  </p:clrMapOvr>
  <mc:AlternateContent xmlns:mc="http://schemas.openxmlformats.org/markup-compatibility/2006">
    <mc:Choice xmlns:p14="http://schemas.microsoft.com/office/powerpoint/2010/main" xmlns:p159="http://schemas.microsoft.com/office/powerpoint/2015/09/main" xmlns:w="http://schemas.openxmlformats.org/wordprocessingml/2006/main" xmlns:m="http://schemas.openxmlformats.org/officeDocument/2006/math" xmlns="" Requires="p159">
      <p:transition spd="fast" p14:dur="500" advClick="1">
        <p:wipe dir="r"/>
      </p:transition>
    </mc:Choice>
    <mc:Fallback>
      <p:transition>
        <p:wipe dir="r"/>
      </p:transition>
    </mc:Fallback>
  </mc:AlternateContent>
  <p:timing>
    <p:tnLst>
      <p:par>
        <p:cTn id="1" dur="indefinite" restart="never" nodeType="tmRoot">
          <p:childTnLst>
            <p:seq concurrent="1" nextAc="seek">
              <p:cTn id="2" dur="indefinite" nodeType="mainSeq">
                <p:childTnLst>
                  <p:par>
                    <p:cTn id="3" fill="hold">
                      <p:stCondLst>
                        <p:cond delay="indefinite"/>
                        <p:cond evt="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538183009"/>
                                        </p:tgtEl>
                                        <p:attrNameLst>
                                          <p:attrName>style.visibility</p:attrName>
                                        </p:attrNameLst>
                                      </p:cBhvr>
                                      <p:to>
                                        <p:strVal val="visible"/>
                                      </p:to>
                                    </p:set>
                                    <p:anim calcmode="lin" valueType="num">
                                      <p:cBhvr additive="base">
                                        <p:cTn id="7" dur="500" fill="hold"/>
                                        <p:tgtEl>
                                          <p:spTgt spid="1538183009"/>
                                        </p:tgtEl>
                                        <p:attrNameLst>
                                          <p:attrName>ppt_x</p:attrName>
                                        </p:attrNameLst>
                                      </p:cBhvr>
                                      <p:tavLst>
                                        <p:tav tm="0">
                                          <p:val>
                                            <p:strVal val="#ppt_x"/>
                                          </p:val>
                                        </p:tav>
                                        <p:tav tm="100000">
                                          <p:val>
                                            <p:strVal val="#ppt_x"/>
                                          </p:val>
                                        </p:tav>
                                      </p:tavLst>
                                    </p:anim>
                                    <p:anim calcmode="lin" valueType="num">
                                      <p:cBhvr additive="base">
                                        <p:cTn id="8" dur="500" fill="hold"/>
                                        <p:tgtEl>
                                          <p:spTgt spid="1538183009"/>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651629504"/>
                                        </p:tgtEl>
                                        <p:attrNameLst>
                                          <p:attrName>style.visibility</p:attrName>
                                        </p:attrNameLst>
                                      </p:cBhvr>
                                      <p:to>
                                        <p:strVal val="visible"/>
                                      </p:to>
                                    </p:set>
                                    <p:anim calcmode="lin" valueType="num">
                                      <p:cBhvr additive="base">
                                        <p:cTn id="12" dur="500" fill="hold"/>
                                        <p:tgtEl>
                                          <p:spTgt spid="651629504"/>
                                        </p:tgtEl>
                                        <p:attrNameLst>
                                          <p:attrName>ppt_x</p:attrName>
                                        </p:attrNameLst>
                                      </p:cBhvr>
                                      <p:tavLst>
                                        <p:tav tm="0">
                                          <p:val>
                                            <p:strVal val="#ppt_x"/>
                                          </p:val>
                                        </p:tav>
                                        <p:tav tm="100000">
                                          <p:val>
                                            <p:strVal val="#ppt_x"/>
                                          </p:val>
                                        </p:tav>
                                      </p:tavLst>
                                    </p:anim>
                                    <p:anim calcmode="lin" valueType="num">
                                      <p:cBhvr additive="base">
                                        <p:cTn id="13" dur="500" fill="hold"/>
                                        <p:tgtEl>
                                          <p:spTgt spid="651629504"/>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31" presetClass="entr" presetSubtype="0" fill="hold" nodeType="after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p:cTn id="17" dur="1000" fill="hold"/>
                                        <p:tgtEl>
                                          <p:spTgt spid="7"/>
                                        </p:tgtEl>
                                        <p:attrNameLst>
                                          <p:attrName>ppt_w</p:attrName>
                                        </p:attrNameLst>
                                      </p:cBhvr>
                                      <p:tavLst>
                                        <p:tav tm="0">
                                          <p:val>
                                            <p:fltVal val="0"/>
                                          </p:val>
                                        </p:tav>
                                        <p:tav tm="100000">
                                          <p:val>
                                            <p:strVal val="#ppt_w"/>
                                          </p:val>
                                        </p:tav>
                                      </p:tavLst>
                                    </p:anim>
                                    <p:anim calcmode="lin" valueType="num">
                                      <p:cBhvr>
                                        <p:cTn id="18" dur="1000" fill="hold"/>
                                        <p:tgtEl>
                                          <p:spTgt spid="7"/>
                                        </p:tgtEl>
                                        <p:attrNameLst>
                                          <p:attrName>ppt_h</p:attrName>
                                        </p:attrNameLst>
                                      </p:cBhvr>
                                      <p:tavLst>
                                        <p:tav tm="0">
                                          <p:val>
                                            <p:fltVal val="0"/>
                                          </p:val>
                                        </p:tav>
                                        <p:tav tm="100000">
                                          <p:val>
                                            <p:strVal val="#ppt_h"/>
                                          </p:val>
                                        </p:tav>
                                      </p:tavLst>
                                    </p:anim>
                                    <p:anim calcmode="lin" valueType="num">
                                      <p:cBhvr>
                                        <p:cTn id="19" dur="1000" fill="hold"/>
                                        <p:tgtEl>
                                          <p:spTgt spid="7"/>
                                        </p:tgtEl>
                                        <p:attrNameLst>
                                          <p:attrName>style.rotation</p:attrName>
                                        </p:attrNameLst>
                                      </p:cBhvr>
                                      <p:tavLst>
                                        <p:tav tm="0">
                                          <p:val>
                                            <p:fltVal val="90"/>
                                          </p:val>
                                        </p:tav>
                                        <p:tav tm="100000">
                                          <p:val>
                                            <p:fltVal val="0"/>
                                          </p:val>
                                        </p:tav>
                                      </p:tavLst>
                                    </p:anim>
                                    <p:animEffect transition="in" filter="fade">
                                      <p:cBhvr>
                                        <p:cTn id="20" dur="1000"/>
                                        <p:tgtEl>
                                          <p:spTgt spid="7"/>
                                        </p:tgtEl>
                                      </p:cBhvr>
                                    </p:animEffect>
                                  </p:childTnLst>
                                </p:cTn>
                              </p:par>
                            </p:childTnLst>
                          </p:cTn>
                        </p:par>
                        <p:par>
                          <p:cTn id="21" fill="hold">
                            <p:stCondLst>
                              <p:cond delay="2000"/>
                            </p:stCondLst>
                            <p:childTnLst>
                              <p:par>
                                <p:cTn id="22" presetID="2" presetClass="entr" presetSubtype="4" fill="hold" grpId="0" nodeType="afterEffect">
                                  <p:stCondLst>
                                    <p:cond delay="0"/>
                                  </p:stCondLst>
                                  <p:childTnLst>
                                    <p:set>
                                      <p:cBhvr>
                                        <p:cTn id="23" dur="1" fill="hold">
                                          <p:stCondLst>
                                            <p:cond delay="0"/>
                                          </p:stCondLst>
                                        </p:cTn>
                                        <p:tgtEl>
                                          <p:spTgt spid="3"/>
                                        </p:tgtEl>
                                        <p:attrNameLst>
                                          <p:attrName>style.visibility</p:attrName>
                                        </p:attrNameLst>
                                      </p:cBhvr>
                                      <p:to>
                                        <p:strVal val="visible"/>
                                      </p:to>
                                    </p:set>
                                    <p:anim calcmode="lin" valueType="num">
                                      <p:cBhvr additive="base">
                                        <p:cTn id="24" dur="500" fill="hold"/>
                                        <p:tgtEl>
                                          <p:spTgt spid="3"/>
                                        </p:tgtEl>
                                        <p:attrNameLst>
                                          <p:attrName>ppt_x</p:attrName>
                                        </p:attrNameLst>
                                      </p:cBhvr>
                                      <p:tavLst>
                                        <p:tav tm="0">
                                          <p:val>
                                            <p:strVal val="#ppt_x"/>
                                          </p:val>
                                        </p:tav>
                                        <p:tav tm="100000">
                                          <p:val>
                                            <p:strVal val="#ppt_x"/>
                                          </p:val>
                                        </p:tav>
                                      </p:tavLst>
                                    </p:anim>
                                    <p:anim calcmode="lin" valueType="num">
                                      <p:cBhvr additive="base">
                                        <p:cTn id="25"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5" name="Rectangle 4"/>
          <p:cNvSpPr/>
          <p:nvPr/>
        </p:nvSpPr>
        <p:spPr>
          <a:xfrm>
            <a:off x="177001" y="2321769"/>
            <a:ext cx="4724608" cy="421725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1629504" name="TextBox 651629503"/>
          <p:cNvSpPr txBox="1"/>
          <p:nvPr/>
        </p:nvSpPr>
        <p:spPr bwMode="auto">
          <a:xfrm>
            <a:off x="177002" y="1118852"/>
            <a:ext cx="11810670" cy="1065484"/>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defRPr/>
            </a:pPr>
            <a:r>
              <a:rPr lang="en-US" sz="2200" dirty="0"/>
              <a:t>Formulated this way, a student will simply take a picture of the problem, submit it to the artificial intelligence, and copy-paste the provided solution directly into the answer without even realizing what was asked or how it was </a:t>
            </a:r>
            <a:r>
              <a:rPr lang="en-US" sz="2200" dirty="0" smtClean="0"/>
              <a:t>solved.</a:t>
            </a:r>
          </a:p>
        </p:txBody>
      </p:sp>
      <p:sp>
        <p:nvSpPr>
          <p:cNvPr id="1538183009" name="TextBox 1538183008"/>
          <p:cNvSpPr txBox="1"/>
          <p:nvPr/>
        </p:nvSpPr>
        <p:spPr bwMode="auto">
          <a:xfrm>
            <a:off x="180601" y="480205"/>
            <a:ext cx="11807071" cy="534698"/>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just">
              <a:defRPr/>
            </a:pPr>
            <a:r>
              <a:rPr lang="en-US" sz="3000" b="1" dirty="0" smtClean="0"/>
              <a:t>GRAPHS</a:t>
            </a:r>
            <a:endParaRPr sz="3000" b="1" dirty="0"/>
          </a:p>
        </p:txBody>
      </p:sp>
      <p:sp>
        <p:nvSpPr>
          <p:cNvPr id="3" name="Rectangle 2"/>
          <p:cNvSpPr/>
          <p:nvPr/>
        </p:nvSpPr>
        <p:spPr>
          <a:xfrm>
            <a:off x="177001" y="5292576"/>
            <a:ext cx="4628915" cy="1107996"/>
          </a:xfrm>
          <a:prstGeom prst="rect">
            <a:avLst/>
          </a:prstGeom>
        </p:spPr>
        <p:txBody>
          <a:bodyPr wrap="square">
            <a:spAutoFit/>
          </a:bodyPr>
          <a:lstStyle/>
          <a:p>
            <a:r>
              <a:rPr lang="en-US" sz="2200" dirty="0"/>
              <a:t>Find a path from the starting vertex to the goal vertex using the DFS algorithm.</a:t>
            </a:r>
          </a:p>
        </p:txBody>
      </p:sp>
      <p:pic>
        <p:nvPicPr>
          <p:cNvPr id="7" name="Picture 6"/>
          <p:cNvPicPr/>
          <p:nvPr/>
        </p:nvPicPr>
        <p:blipFill>
          <a:blip r:embed="rId3"/>
          <a:stretch>
            <a:fillRect/>
          </a:stretch>
        </p:blipFill>
        <p:spPr>
          <a:xfrm>
            <a:off x="313463" y="2950067"/>
            <a:ext cx="4396733" cy="2164158"/>
          </a:xfrm>
          <a:prstGeom prst="rect">
            <a:avLst/>
          </a:prstGeom>
        </p:spPr>
      </p:pic>
      <p:sp>
        <p:nvSpPr>
          <p:cNvPr id="2" name="Right Arrow 1"/>
          <p:cNvSpPr/>
          <p:nvPr/>
        </p:nvSpPr>
        <p:spPr>
          <a:xfrm rot="1069136">
            <a:off x="5295528" y="3266619"/>
            <a:ext cx="1573619" cy="36150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6380049" y="3944678"/>
            <a:ext cx="1860697" cy="600164"/>
          </a:xfrm>
          <a:prstGeom prst="rect">
            <a:avLst/>
          </a:prstGeom>
          <a:solidFill>
            <a:schemeClr val="accent5">
              <a:lumMod val="20000"/>
              <a:lumOff val="80000"/>
            </a:schemeClr>
          </a:solidFill>
          <a:ln w="3175">
            <a:solidFill>
              <a:schemeClr val="tx1"/>
            </a:solidFill>
          </a:ln>
        </p:spPr>
        <p:txBody>
          <a:bodyPr wrap="square" rtlCol="0">
            <a:spAutoFit/>
          </a:bodyPr>
          <a:lstStyle/>
          <a:p>
            <a:pPr algn="ctr"/>
            <a:r>
              <a:rPr lang="en-US" sz="3300" b="1" dirty="0" smtClean="0"/>
              <a:t>AI</a:t>
            </a:r>
            <a:endParaRPr lang="en-US" sz="3300" b="1" dirty="0"/>
          </a:p>
        </p:txBody>
      </p:sp>
      <p:sp>
        <p:nvSpPr>
          <p:cNvPr id="8" name="Right Arrow 7"/>
          <p:cNvSpPr/>
          <p:nvPr/>
        </p:nvSpPr>
        <p:spPr bwMode="auto">
          <a:xfrm rot="3855919">
            <a:off x="7131619" y="4954247"/>
            <a:ext cx="950870" cy="36523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bwMode="auto">
          <a:xfrm>
            <a:off x="5621440" y="5728885"/>
            <a:ext cx="4872895" cy="553998"/>
          </a:xfrm>
          <a:prstGeom prst="rect">
            <a:avLst/>
          </a:prstGeom>
          <a:solidFill>
            <a:schemeClr val="accent6">
              <a:lumMod val="20000"/>
              <a:lumOff val="80000"/>
            </a:schemeClr>
          </a:solidFill>
          <a:ln>
            <a:solidFill>
              <a:schemeClr val="accent6">
                <a:lumMod val="50000"/>
              </a:schemeClr>
            </a:solidFill>
          </a:ln>
        </p:spPr>
        <p:txBody>
          <a:bodyPr wrap="square">
            <a:spAutoFit/>
          </a:bodyPr>
          <a:lstStyle/>
          <a:p>
            <a:pPr algn="ctr"/>
            <a:r>
              <a:rPr lang="en-US" sz="3000" b="1" dirty="0" smtClean="0">
                <a:solidFill>
                  <a:srgbClr val="00B050"/>
                </a:solidFill>
              </a:rPr>
              <a:t>Perfect Solution to Copy!</a:t>
            </a:r>
            <a:endParaRPr lang="en-US" sz="3000" b="1" dirty="0">
              <a:solidFill>
                <a:srgbClr val="00B050"/>
              </a:solidFill>
            </a:endParaRPr>
          </a:p>
        </p:txBody>
      </p:sp>
      <p:sp>
        <p:nvSpPr>
          <p:cNvPr id="6" name="Rectangle 5"/>
          <p:cNvSpPr/>
          <p:nvPr/>
        </p:nvSpPr>
        <p:spPr>
          <a:xfrm>
            <a:off x="177001" y="2402384"/>
            <a:ext cx="1697901" cy="369332"/>
          </a:xfrm>
          <a:prstGeom prst="rect">
            <a:avLst/>
          </a:prstGeom>
        </p:spPr>
        <p:txBody>
          <a:bodyPr wrap="none">
            <a:spAutoFit/>
          </a:bodyPr>
          <a:lstStyle/>
          <a:p>
            <a:pPr>
              <a:defRPr/>
            </a:pPr>
            <a:r>
              <a:rPr lang="en-US" dirty="0"/>
              <a:t>Given a graph:</a:t>
            </a:r>
            <a:endParaRPr lang="ka-GE" dirty="0"/>
          </a:p>
        </p:txBody>
      </p:sp>
      <p:sp>
        <p:nvSpPr>
          <p:cNvPr id="10" name="TextBox 9"/>
          <p:cNvSpPr txBox="1"/>
          <p:nvPr/>
        </p:nvSpPr>
        <p:spPr>
          <a:xfrm rot="1568446">
            <a:off x="7165297" y="2785653"/>
            <a:ext cx="4433777" cy="1323439"/>
          </a:xfrm>
          <a:prstGeom prst="rect">
            <a:avLst/>
          </a:prstGeom>
          <a:solidFill>
            <a:schemeClr val="accent2">
              <a:lumMod val="20000"/>
              <a:lumOff val="80000"/>
            </a:schemeClr>
          </a:solidFill>
          <a:ln w="19050">
            <a:solidFill>
              <a:srgbClr val="FF0000"/>
            </a:solidFill>
          </a:ln>
        </p:spPr>
        <p:txBody>
          <a:bodyPr wrap="square" rtlCol="0">
            <a:spAutoFit/>
          </a:bodyPr>
          <a:lstStyle/>
          <a:p>
            <a:pPr algn="ctr"/>
            <a:r>
              <a:rPr lang="en-US" sz="4000" b="1" dirty="0">
                <a:solidFill>
                  <a:srgbClr val="FF0000"/>
                </a:solidFill>
              </a:rPr>
              <a:t>Old </a:t>
            </a:r>
            <a:r>
              <a:rPr lang="en-US" sz="4000" b="1" dirty="0" smtClean="0">
                <a:solidFill>
                  <a:srgbClr val="FF0000"/>
                </a:solidFill>
              </a:rPr>
              <a:t>and Wrong Way!</a:t>
            </a:r>
            <a:endParaRPr lang="en-US" sz="4000" b="1" dirty="0">
              <a:solidFill>
                <a:srgbClr val="FF0000"/>
              </a:solidFill>
            </a:endParaRPr>
          </a:p>
        </p:txBody>
      </p:sp>
    </p:spTree>
    <p:extLst>
      <p:ext uri="{BB962C8B-B14F-4D97-AF65-F5344CB8AC3E}">
        <p14:creationId xmlns:p14="http://schemas.microsoft.com/office/powerpoint/2010/main" val="2918970417"/>
      </p:ext>
    </p:extLst>
  </p:cSld>
  <p:clrMapOvr>
    <a:masterClrMapping/>
  </p:clrMapOvr>
  <mc:AlternateContent xmlns:mc="http://schemas.openxmlformats.org/markup-compatibility/2006">
    <mc:Choice xmlns:p14="http://schemas.microsoft.com/office/powerpoint/2010/main" xmlns:p159="http://schemas.microsoft.com/office/powerpoint/2015/09/main" xmlns:w="http://schemas.openxmlformats.org/wordprocessingml/2006/main" xmlns:m="http://schemas.openxmlformats.org/officeDocument/2006/math" xmlns="" Requires="p159">
      <p:transition spd="fast" p14:dur="500" advClick="1">
        <p:wipe dir="r"/>
      </p:transition>
    </mc:Choice>
    <mc:Fallback>
      <p:transition>
        <p:wipe dir="r"/>
      </p:transition>
    </mc:Fallback>
  </mc:AlternateContent>
  <p:timing>
    <p:tnLst>
      <p:par>
        <p:cTn id="1" dur="indefinite" restart="never" nodeType="tmRoot">
          <p:childTnLst>
            <p:seq concurrent="1" nextAc="seek">
              <p:cTn id="2" dur="indefinite" nodeType="mainSeq">
                <p:childTnLst>
                  <p:par>
                    <p:cTn id="3" fill="hold">
                      <p:stCondLst>
                        <p:cond delay="indefinite"/>
                        <p:cond evt="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538183009"/>
                                        </p:tgtEl>
                                        <p:attrNameLst>
                                          <p:attrName>style.visibility</p:attrName>
                                        </p:attrNameLst>
                                      </p:cBhvr>
                                      <p:to>
                                        <p:strVal val="visible"/>
                                      </p:to>
                                    </p:set>
                                    <p:anim calcmode="lin" valueType="num">
                                      <p:cBhvr additive="base">
                                        <p:cTn id="7" dur="500" fill="hold"/>
                                        <p:tgtEl>
                                          <p:spTgt spid="1538183009"/>
                                        </p:tgtEl>
                                        <p:attrNameLst>
                                          <p:attrName>ppt_x</p:attrName>
                                        </p:attrNameLst>
                                      </p:cBhvr>
                                      <p:tavLst>
                                        <p:tav tm="0">
                                          <p:val>
                                            <p:strVal val="#ppt_x"/>
                                          </p:val>
                                        </p:tav>
                                        <p:tav tm="100000">
                                          <p:val>
                                            <p:strVal val="#ppt_x"/>
                                          </p:val>
                                        </p:tav>
                                      </p:tavLst>
                                    </p:anim>
                                    <p:anim calcmode="lin" valueType="num">
                                      <p:cBhvr additive="base">
                                        <p:cTn id="8" dur="500" fill="hold"/>
                                        <p:tgtEl>
                                          <p:spTgt spid="1538183009"/>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651629504"/>
                                        </p:tgtEl>
                                        <p:attrNameLst>
                                          <p:attrName>style.visibility</p:attrName>
                                        </p:attrNameLst>
                                      </p:cBhvr>
                                      <p:to>
                                        <p:strVal val="visible"/>
                                      </p:to>
                                    </p:set>
                                    <p:anim calcmode="lin" valueType="num">
                                      <p:cBhvr additive="base">
                                        <p:cTn id="12" dur="500" fill="hold"/>
                                        <p:tgtEl>
                                          <p:spTgt spid="651629504"/>
                                        </p:tgtEl>
                                        <p:attrNameLst>
                                          <p:attrName>ppt_x</p:attrName>
                                        </p:attrNameLst>
                                      </p:cBhvr>
                                      <p:tavLst>
                                        <p:tav tm="0">
                                          <p:val>
                                            <p:strVal val="#ppt_x"/>
                                          </p:val>
                                        </p:tav>
                                        <p:tav tm="100000">
                                          <p:val>
                                            <p:strVal val="#ppt_x"/>
                                          </p:val>
                                        </p:tav>
                                      </p:tavLst>
                                    </p:anim>
                                    <p:anim calcmode="lin" valueType="num">
                                      <p:cBhvr additive="base">
                                        <p:cTn id="13" dur="500" fill="hold"/>
                                        <p:tgtEl>
                                          <p:spTgt spid="651629504"/>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31" presetClass="entr" presetSubtype="0" fill="hold" nodeType="after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p:cTn id="17" dur="1000" fill="hold"/>
                                        <p:tgtEl>
                                          <p:spTgt spid="7"/>
                                        </p:tgtEl>
                                        <p:attrNameLst>
                                          <p:attrName>ppt_w</p:attrName>
                                        </p:attrNameLst>
                                      </p:cBhvr>
                                      <p:tavLst>
                                        <p:tav tm="0">
                                          <p:val>
                                            <p:fltVal val="0"/>
                                          </p:val>
                                        </p:tav>
                                        <p:tav tm="100000">
                                          <p:val>
                                            <p:strVal val="#ppt_w"/>
                                          </p:val>
                                        </p:tav>
                                      </p:tavLst>
                                    </p:anim>
                                    <p:anim calcmode="lin" valueType="num">
                                      <p:cBhvr>
                                        <p:cTn id="18" dur="1000" fill="hold"/>
                                        <p:tgtEl>
                                          <p:spTgt spid="7"/>
                                        </p:tgtEl>
                                        <p:attrNameLst>
                                          <p:attrName>ppt_h</p:attrName>
                                        </p:attrNameLst>
                                      </p:cBhvr>
                                      <p:tavLst>
                                        <p:tav tm="0">
                                          <p:val>
                                            <p:fltVal val="0"/>
                                          </p:val>
                                        </p:tav>
                                        <p:tav tm="100000">
                                          <p:val>
                                            <p:strVal val="#ppt_h"/>
                                          </p:val>
                                        </p:tav>
                                      </p:tavLst>
                                    </p:anim>
                                    <p:anim calcmode="lin" valueType="num">
                                      <p:cBhvr>
                                        <p:cTn id="19" dur="1000" fill="hold"/>
                                        <p:tgtEl>
                                          <p:spTgt spid="7"/>
                                        </p:tgtEl>
                                        <p:attrNameLst>
                                          <p:attrName>style.rotation</p:attrName>
                                        </p:attrNameLst>
                                      </p:cBhvr>
                                      <p:tavLst>
                                        <p:tav tm="0">
                                          <p:val>
                                            <p:fltVal val="90"/>
                                          </p:val>
                                        </p:tav>
                                        <p:tav tm="100000">
                                          <p:val>
                                            <p:fltVal val="0"/>
                                          </p:val>
                                        </p:tav>
                                      </p:tavLst>
                                    </p:anim>
                                    <p:animEffect transition="in" filter="fade">
                                      <p:cBhvr>
                                        <p:cTn id="20" dur="1000"/>
                                        <p:tgtEl>
                                          <p:spTgt spid="7"/>
                                        </p:tgtEl>
                                      </p:cBhvr>
                                    </p:animEffect>
                                  </p:childTnLst>
                                </p:cTn>
                              </p:par>
                              <p:par>
                                <p:cTn id="21" presetID="31" presetClass="entr" presetSubtype="0" fill="hold" grpId="0" nodeType="withEffect">
                                  <p:stCondLst>
                                    <p:cond delay="0"/>
                                  </p:stCondLst>
                                  <p:childTnLst>
                                    <p:set>
                                      <p:cBhvr>
                                        <p:cTn id="22" dur="1" fill="hold">
                                          <p:stCondLst>
                                            <p:cond delay="0"/>
                                          </p:stCondLst>
                                        </p:cTn>
                                        <p:tgtEl>
                                          <p:spTgt spid="3"/>
                                        </p:tgtEl>
                                        <p:attrNameLst>
                                          <p:attrName>style.visibility</p:attrName>
                                        </p:attrNameLst>
                                      </p:cBhvr>
                                      <p:to>
                                        <p:strVal val="visible"/>
                                      </p:to>
                                    </p:set>
                                    <p:anim calcmode="lin" valueType="num">
                                      <p:cBhvr>
                                        <p:cTn id="23" dur="1000" fill="hold"/>
                                        <p:tgtEl>
                                          <p:spTgt spid="3"/>
                                        </p:tgtEl>
                                        <p:attrNameLst>
                                          <p:attrName>ppt_w</p:attrName>
                                        </p:attrNameLst>
                                      </p:cBhvr>
                                      <p:tavLst>
                                        <p:tav tm="0">
                                          <p:val>
                                            <p:fltVal val="0"/>
                                          </p:val>
                                        </p:tav>
                                        <p:tav tm="100000">
                                          <p:val>
                                            <p:strVal val="#ppt_w"/>
                                          </p:val>
                                        </p:tav>
                                      </p:tavLst>
                                    </p:anim>
                                    <p:anim calcmode="lin" valueType="num">
                                      <p:cBhvr>
                                        <p:cTn id="24" dur="1000" fill="hold"/>
                                        <p:tgtEl>
                                          <p:spTgt spid="3"/>
                                        </p:tgtEl>
                                        <p:attrNameLst>
                                          <p:attrName>ppt_h</p:attrName>
                                        </p:attrNameLst>
                                      </p:cBhvr>
                                      <p:tavLst>
                                        <p:tav tm="0">
                                          <p:val>
                                            <p:fltVal val="0"/>
                                          </p:val>
                                        </p:tav>
                                        <p:tav tm="100000">
                                          <p:val>
                                            <p:strVal val="#ppt_h"/>
                                          </p:val>
                                        </p:tav>
                                      </p:tavLst>
                                    </p:anim>
                                    <p:anim calcmode="lin" valueType="num">
                                      <p:cBhvr>
                                        <p:cTn id="25" dur="1000" fill="hold"/>
                                        <p:tgtEl>
                                          <p:spTgt spid="3"/>
                                        </p:tgtEl>
                                        <p:attrNameLst>
                                          <p:attrName>style.rotation</p:attrName>
                                        </p:attrNameLst>
                                      </p:cBhvr>
                                      <p:tavLst>
                                        <p:tav tm="0">
                                          <p:val>
                                            <p:fltVal val="90"/>
                                          </p:val>
                                        </p:tav>
                                        <p:tav tm="100000">
                                          <p:val>
                                            <p:fltVal val="0"/>
                                          </p:val>
                                        </p:tav>
                                      </p:tavLst>
                                    </p:anim>
                                    <p:animEffect transition="in" filter="fade">
                                      <p:cBhvr>
                                        <p:cTn id="26" dur="1000"/>
                                        <p:tgtEl>
                                          <p:spTgt spid="3"/>
                                        </p:tgtEl>
                                      </p:cBhvr>
                                    </p:animEffect>
                                  </p:childTnLst>
                                </p:cTn>
                              </p:par>
                              <p:par>
                                <p:cTn id="27" presetID="31" presetClass="entr" presetSubtype="0" fill="hold" grpId="0" nodeType="withEffect">
                                  <p:stCondLst>
                                    <p:cond delay="0"/>
                                  </p:stCondLst>
                                  <p:childTnLst>
                                    <p:set>
                                      <p:cBhvr>
                                        <p:cTn id="28" dur="1" fill="hold">
                                          <p:stCondLst>
                                            <p:cond delay="0"/>
                                          </p:stCondLst>
                                        </p:cTn>
                                        <p:tgtEl>
                                          <p:spTgt spid="6"/>
                                        </p:tgtEl>
                                        <p:attrNameLst>
                                          <p:attrName>style.visibility</p:attrName>
                                        </p:attrNameLst>
                                      </p:cBhvr>
                                      <p:to>
                                        <p:strVal val="visible"/>
                                      </p:to>
                                    </p:set>
                                    <p:anim calcmode="lin" valueType="num">
                                      <p:cBhvr>
                                        <p:cTn id="29" dur="1000" fill="hold"/>
                                        <p:tgtEl>
                                          <p:spTgt spid="6"/>
                                        </p:tgtEl>
                                        <p:attrNameLst>
                                          <p:attrName>ppt_w</p:attrName>
                                        </p:attrNameLst>
                                      </p:cBhvr>
                                      <p:tavLst>
                                        <p:tav tm="0">
                                          <p:val>
                                            <p:fltVal val="0"/>
                                          </p:val>
                                        </p:tav>
                                        <p:tav tm="100000">
                                          <p:val>
                                            <p:strVal val="#ppt_w"/>
                                          </p:val>
                                        </p:tav>
                                      </p:tavLst>
                                    </p:anim>
                                    <p:anim calcmode="lin" valueType="num">
                                      <p:cBhvr>
                                        <p:cTn id="30" dur="1000" fill="hold"/>
                                        <p:tgtEl>
                                          <p:spTgt spid="6"/>
                                        </p:tgtEl>
                                        <p:attrNameLst>
                                          <p:attrName>ppt_h</p:attrName>
                                        </p:attrNameLst>
                                      </p:cBhvr>
                                      <p:tavLst>
                                        <p:tav tm="0">
                                          <p:val>
                                            <p:fltVal val="0"/>
                                          </p:val>
                                        </p:tav>
                                        <p:tav tm="100000">
                                          <p:val>
                                            <p:strVal val="#ppt_h"/>
                                          </p:val>
                                        </p:tav>
                                      </p:tavLst>
                                    </p:anim>
                                    <p:anim calcmode="lin" valueType="num">
                                      <p:cBhvr>
                                        <p:cTn id="31" dur="1000" fill="hold"/>
                                        <p:tgtEl>
                                          <p:spTgt spid="6"/>
                                        </p:tgtEl>
                                        <p:attrNameLst>
                                          <p:attrName>style.rotation</p:attrName>
                                        </p:attrNameLst>
                                      </p:cBhvr>
                                      <p:tavLst>
                                        <p:tav tm="0">
                                          <p:val>
                                            <p:fltVal val="90"/>
                                          </p:val>
                                        </p:tav>
                                        <p:tav tm="100000">
                                          <p:val>
                                            <p:fltVal val="0"/>
                                          </p:val>
                                        </p:tav>
                                      </p:tavLst>
                                    </p:anim>
                                    <p:animEffect transition="in" filter="fade">
                                      <p:cBhvr>
                                        <p:cTn id="32" dur="1000"/>
                                        <p:tgtEl>
                                          <p:spTgt spid="6"/>
                                        </p:tgtEl>
                                      </p:cBhvr>
                                    </p:animEffect>
                                  </p:childTnLst>
                                </p:cTn>
                              </p:par>
                              <p:par>
                                <p:cTn id="33" presetID="31" presetClass="entr" presetSubtype="0" fill="hold" grpId="0" nodeType="withEffect">
                                  <p:stCondLst>
                                    <p:cond delay="0"/>
                                  </p:stCondLst>
                                  <p:childTnLst>
                                    <p:set>
                                      <p:cBhvr>
                                        <p:cTn id="34" dur="1" fill="hold">
                                          <p:stCondLst>
                                            <p:cond delay="0"/>
                                          </p:stCondLst>
                                        </p:cTn>
                                        <p:tgtEl>
                                          <p:spTgt spid="5"/>
                                        </p:tgtEl>
                                        <p:attrNameLst>
                                          <p:attrName>style.visibility</p:attrName>
                                        </p:attrNameLst>
                                      </p:cBhvr>
                                      <p:to>
                                        <p:strVal val="visible"/>
                                      </p:to>
                                    </p:set>
                                    <p:anim calcmode="lin" valueType="num">
                                      <p:cBhvr>
                                        <p:cTn id="35" dur="1000" fill="hold"/>
                                        <p:tgtEl>
                                          <p:spTgt spid="5"/>
                                        </p:tgtEl>
                                        <p:attrNameLst>
                                          <p:attrName>ppt_w</p:attrName>
                                        </p:attrNameLst>
                                      </p:cBhvr>
                                      <p:tavLst>
                                        <p:tav tm="0">
                                          <p:val>
                                            <p:fltVal val="0"/>
                                          </p:val>
                                        </p:tav>
                                        <p:tav tm="100000">
                                          <p:val>
                                            <p:strVal val="#ppt_w"/>
                                          </p:val>
                                        </p:tav>
                                      </p:tavLst>
                                    </p:anim>
                                    <p:anim calcmode="lin" valueType="num">
                                      <p:cBhvr>
                                        <p:cTn id="36" dur="1000" fill="hold"/>
                                        <p:tgtEl>
                                          <p:spTgt spid="5"/>
                                        </p:tgtEl>
                                        <p:attrNameLst>
                                          <p:attrName>ppt_h</p:attrName>
                                        </p:attrNameLst>
                                      </p:cBhvr>
                                      <p:tavLst>
                                        <p:tav tm="0">
                                          <p:val>
                                            <p:fltVal val="0"/>
                                          </p:val>
                                        </p:tav>
                                        <p:tav tm="100000">
                                          <p:val>
                                            <p:strVal val="#ppt_h"/>
                                          </p:val>
                                        </p:tav>
                                      </p:tavLst>
                                    </p:anim>
                                    <p:anim calcmode="lin" valueType="num">
                                      <p:cBhvr>
                                        <p:cTn id="37" dur="1000" fill="hold"/>
                                        <p:tgtEl>
                                          <p:spTgt spid="5"/>
                                        </p:tgtEl>
                                        <p:attrNameLst>
                                          <p:attrName>style.rotation</p:attrName>
                                        </p:attrNameLst>
                                      </p:cBhvr>
                                      <p:tavLst>
                                        <p:tav tm="0">
                                          <p:val>
                                            <p:fltVal val="90"/>
                                          </p:val>
                                        </p:tav>
                                        <p:tav tm="100000">
                                          <p:val>
                                            <p:fltVal val="0"/>
                                          </p:val>
                                        </p:tav>
                                      </p:tavLst>
                                    </p:anim>
                                    <p:animEffect transition="in" filter="fade">
                                      <p:cBhvr>
                                        <p:cTn id="38" dur="1000"/>
                                        <p:tgtEl>
                                          <p:spTgt spid="5"/>
                                        </p:tgtEl>
                                      </p:cBhvr>
                                    </p:animEffect>
                                  </p:childTnLst>
                                </p:cTn>
                              </p:par>
                            </p:childTnLst>
                          </p:cTn>
                        </p:par>
                        <p:par>
                          <p:cTn id="39" fill="hold">
                            <p:stCondLst>
                              <p:cond delay="2500"/>
                            </p:stCondLst>
                            <p:childTnLst>
                              <p:par>
                                <p:cTn id="40" presetID="2" presetClass="entr" presetSubtype="4" fill="hold" grpId="0" nodeType="afterEffect">
                                  <p:stCondLst>
                                    <p:cond delay="0"/>
                                  </p:stCondLst>
                                  <p:childTnLst>
                                    <p:set>
                                      <p:cBhvr>
                                        <p:cTn id="41" dur="1" fill="hold">
                                          <p:stCondLst>
                                            <p:cond delay="0"/>
                                          </p:stCondLst>
                                        </p:cTn>
                                        <p:tgtEl>
                                          <p:spTgt spid="2"/>
                                        </p:tgtEl>
                                        <p:attrNameLst>
                                          <p:attrName>style.visibility</p:attrName>
                                        </p:attrNameLst>
                                      </p:cBhvr>
                                      <p:to>
                                        <p:strVal val="visible"/>
                                      </p:to>
                                    </p:set>
                                    <p:anim calcmode="lin" valueType="num">
                                      <p:cBhvr additive="base">
                                        <p:cTn id="42" dur="500" fill="hold"/>
                                        <p:tgtEl>
                                          <p:spTgt spid="2"/>
                                        </p:tgtEl>
                                        <p:attrNameLst>
                                          <p:attrName>ppt_x</p:attrName>
                                        </p:attrNameLst>
                                      </p:cBhvr>
                                      <p:tavLst>
                                        <p:tav tm="0">
                                          <p:val>
                                            <p:strVal val="#ppt_x"/>
                                          </p:val>
                                        </p:tav>
                                        <p:tav tm="100000">
                                          <p:val>
                                            <p:strVal val="#ppt_x"/>
                                          </p:val>
                                        </p:tav>
                                      </p:tavLst>
                                    </p:anim>
                                    <p:anim calcmode="lin" valueType="num">
                                      <p:cBhvr additive="base">
                                        <p:cTn id="43" dur="500" fill="hold"/>
                                        <p:tgtEl>
                                          <p:spTgt spid="2"/>
                                        </p:tgtEl>
                                        <p:attrNameLst>
                                          <p:attrName>ppt_y</p:attrName>
                                        </p:attrNameLst>
                                      </p:cBhvr>
                                      <p:tavLst>
                                        <p:tav tm="0">
                                          <p:val>
                                            <p:strVal val="1+#ppt_h/2"/>
                                          </p:val>
                                        </p:tav>
                                        <p:tav tm="100000">
                                          <p:val>
                                            <p:strVal val="#ppt_y"/>
                                          </p:val>
                                        </p:tav>
                                      </p:tavLst>
                                    </p:anim>
                                  </p:childTnLst>
                                </p:cTn>
                              </p:par>
                            </p:childTnLst>
                          </p:cTn>
                        </p:par>
                        <p:par>
                          <p:cTn id="44" fill="hold">
                            <p:stCondLst>
                              <p:cond delay="3000"/>
                            </p:stCondLst>
                            <p:childTnLst>
                              <p:par>
                                <p:cTn id="45" presetID="2" presetClass="entr" presetSubtype="4" fill="hold" grpId="0" nodeType="afterEffect">
                                  <p:stCondLst>
                                    <p:cond delay="0"/>
                                  </p:stCondLst>
                                  <p:childTnLst>
                                    <p:set>
                                      <p:cBhvr>
                                        <p:cTn id="46" dur="1" fill="hold">
                                          <p:stCondLst>
                                            <p:cond delay="0"/>
                                          </p:stCondLst>
                                        </p:cTn>
                                        <p:tgtEl>
                                          <p:spTgt spid="4"/>
                                        </p:tgtEl>
                                        <p:attrNameLst>
                                          <p:attrName>style.visibility</p:attrName>
                                        </p:attrNameLst>
                                      </p:cBhvr>
                                      <p:to>
                                        <p:strVal val="visible"/>
                                      </p:to>
                                    </p:set>
                                    <p:anim calcmode="lin" valueType="num">
                                      <p:cBhvr additive="base">
                                        <p:cTn id="47" dur="500" fill="hold"/>
                                        <p:tgtEl>
                                          <p:spTgt spid="4"/>
                                        </p:tgtEl>
                                        <p:attrNameLst>
                                          <p:attrName>ppt_x</p:attrName>
                                        </p:attrNameLst>
                                      </p:cBhvr>
                                      <p:tavLst>
                                        <p:tav tm="0">
                                          <p:val>
                                            <p:strVal val="#ppt_x"/>
                                          </p:val>
                                        </p:tav>
                                        <p:tav tm="100000">
                                          <p:val>
                                            <p:strVal val="#ppt_x"/>
                                          </p:val>
                                        </p:tav>
                                      </p:tavLst>
                                    </p:anim>
                                    <p:anim calcmode="lin" valueType="num">
                                      <p:cBhvr additive="base">
                                        <p:cTn id="48" dur="500" fill="hold"/>
                                        <p:tgtEl>
                                          <p:spTgt spid="4"/>
                                        </p:tgtEl>
                                        <p:attrNameLst>
                                          <p:attrName>ppt_y</p:attrName>
                                        </p:attrNameLst>
                                      </p:cBhvr>
                                      <p:tavLst>
                                        <p:tav tm="0">
                                          <p:val>
                                            <p:strVal val="1+#ppt_h/2"/>
                                          </p:val>
                                        </p:tav>
                                        <p:tav tm="100000">
                                          <p:val>
                                            <p:strVal val="#ppt_y"/>
                                          </p:val>
                                        </p:tav>
                                      </p:tavLst>
                                    </p:anim>
                                  </p:childTnLst>
                                </p:cTn>
                              </p:par>
                            </p:childTnLst>
                          </p:cTn>
                        </p:par>
                        <p:par>
                          <p:cTn id="49" fill="hold">
                            <p:stCondLst>
                              <p:cond delay="3500"/>
                            </p:stCondLst>
                            <p:childTnLst>
                              <p:par>
                                <p:cTn id="50" presetID="2" presetClass="entr" presetSubtype="4" fill="hold" grpId="0" nodeType="afterEffect">
                                  <p:stCondLst>
                                    <p:cond delay="0"/>
                                  </p:stCondLst>
                                  <p:childTnLst>
                                    <p:set>
                                      <p:cBhvr>
                                        <p:cTn id="51" dur="1" fill="hold">
                                          <p:stCondLst>
                                            <p:cond delay="0"/>
                                          </p:stCondLst>
                                        </p:cTn>
                                        <p:tgtEl>
                                          <p:spTgt spid="8"/>
                                        </p:tgtEl>
                                        <p:attrNameLst>
                                          <p:attrName>style.visibility</p:attrName>
                                        </p:attrNameLst>
                                      </p:cBhvr>
                                      <p:to>
                                        <p:strVal val="visible"/>
                                      </p:to>
                                    </p:set>
                                    <p:anim calcmode="lin" valueType="num">
                                      <p:cBhvr additive="base">
                                        <p:cTn id="52" dur="500" fill="hold"/>
                                        <p:tgtEl>
                                          <p:spTgt spid="8"/>
                                        </p:tgtEl>
                                        <p:attrNameLst>
                                          <p:attrName>ppt_x</p:attrName>
                                        </p:attrNameLst>
                                      </p:cBhvr>
                                      <p:tavLst>
                                        <p:tav tm="0">
                                          <p:val>
                                            <p:strVal val="#ppt_x"/>
                                          </p:val>
                                        </p:tav>
                                        <p:tav tm="100000">
                                          <p:val>
                                            <p:strVal val="#ppt_x"/>
                                          </p:val>
                                        </p:tav>
                                      </p:tavLst>
                                    </p:anim>
                                    <p:anim calcmode="lin" valueType="num">
                                      <p:cBhvr additive="base">
                                        <p:cTn id="53" dur="500" fill="hold"/>
                                        <p:tgtEl>
                                          <p:spTgt spid="8"/>
                                        </p:tgtEl>
                                        <p:attrNameLst>
                                          <p:attrName>ppt_y</p:attrName>
                                        </p:attrNameLst>
                                      </p:cBhvr>
                                      <p:tavLst>
                                        <p:tav tm="0">
                                          <p:val>
                                            <p:strVal val="1+#ppt_h/2"/>
                                          </p:val>
                                        </p:tav>
                                        <p:tav tm="100000">
                                          <p:val>
                                            <p:strVal val="#ppt_y"/>
                                          </p:val>
                                        </p:tav>
                                      </p:tavLst>
                                    </p:anim>
                                  </p:childTnLst>
                                </p:cTn>
                              </p:par>
                            </p:childTnLst>
                          </p:cTn>
                        </p:par>
                        <p:par>
                          <p:cTn id="54" fill="hold">
                            <p:stCondLst>
                              <p:cond delay="4000"/>
                            </p:stCondLst>
                            <p:childTnLst>
                              <p:par>
                                <p:cTn id="55" presetID="2" presetClass="entr" presetSubtype="4" fill="hold" grpId="0" nodeType="afterEffect">
                                  <p:stCondLst>
                                    <p:cond delay="0"/>
                                  </p:stCondLst>
                                  <p:childTnLst>
                                    <p:set>
                                      <p:cBhvr>
                                        <p:cTn id="56" dur="1" fill="hold">
                                          <p:stCondLst>
                                            <p:cond delay="0"/>
                                          </p:stCondLst>
                                        </p:cTn>
                                        <p:tgtEl>
                                          <p:spTgt spid="9"/>
                                        </p:tgtEl>
                                        <p:attrNameLst>
                                          <p:attrName>style.visibility</p:attrName>
                                        </p:attrNameLst>
                                      </p:cBhvr>
                                      <p:to>
                                        <p:strVal val="visible"/>
                                      </p:to>
                                    </p:set>
                                    <p:anim calcmode="lin" valueType="num">
                                      <p:cBhvr additive="base">
                                        <p:cTn id="57" dur="500" fill="hold"/>
                                        <p:tgtEl>
                                          <p:spTgt spid="9"/>
                                        </p:tgtEl>
                                        <p:attrNameLst>
                                          <p:attrName>ppt_x</p:attrName>
                                        </p:attrNameLst>
                                      </p:cBhvr>
                                      <p:tavLst>
                                        <p:tav tm="0">
                                          <p:val>
                                            <p:strVal val="#ppt_x"/>
                                          </p:val>
                                        </p:tav>
                                        <p:tav tm="100000">
                                          <p:val>
                                            <p:strVal val="#ppt_x"/>
                                          </p:val>
                                        </p:tav>
                                      </p:tavLst>
                                    </p:anim>
                                    <p:anim calcmode="lin" valueType="num">
                                      <p:cBhvr additive="base">
                                        <p:cTn id="5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2" presetClass="entr" presetSubtype="4" fill="hold" grpId="0" nodeType="clickEffect">
                                  <p:stCondLst>
                                    <p:cond delay="0"/>
                                  </p:stCondLst>
                                  <p:childTnLst>
                                    <p:set>
                                      <p:cBhvr>
                                        <p:cTn id="62" dur="1" fill="hold">
                                          <p:stCondLst>
                                            <p:cond delay="0"/>
                                          </p:stCondLst>
                                        </p:cTn>
                                        <p:tgtEl>
                                          <p:spTgt spid="10">
                                            <p:bg/>
                                          </p:spTgt>
                                        </p:tgtEl>
                                        <p:attrNameLst>
                                          <p:attrName>style.visibility</p:attrName>
                                        </p:attrNameLst>
                                      </p:cBhvr>
                                      <p:to>
                                        <p:strVal val="visible"/>
                                      </p:to>
                                    </p:set>
                                    <p:anim calcmode="lin" valueType="num">
                                      <p:cBhvr additive="base">
                                        <p:cTn id="63" dur="500" fill="hold"/>
                                        <p:tgtEl>
                                          <p:spTgt spid="10">
                                            <p:bg/>
                                          </p:spTgt>
                                        </p:tgtEl>
                                        <p:attrNameLst>
                                          <p:attrName>ppt_x</p:attrName>
                                        </p:attrNameLst>
                                      </p:cBhvr>
                                      <p:tavLst>
                                        <p:tav tm="0">
                                          <p:val>
                                            <p:strVal val="#ppt_x"/>
                                          </p:val>
                                        </p:tav>
                                        <p:tav tm="100000">
                                          <p:val>
                                            <p:strVal val="#ppt_x"/>
                                          </p:val>
                                        </p:tav>
                                      </p:tavLst>
                                    </p:anim>
                                    <p:anim calcmode="lin" valueType="num">
                                      <p:cBhvr additive="base">
                                        <p:cTn id="64" dur="500" fill="hold"/>
                                        <p:tgtEl>
                                          <p:spTgt spid="10">
                                            <p:bg/>
                                          </p:spTgt>
                                        </p:tgtEl>
                                        <p:attrNameLst>
                                          <p:attrName>ppt_y</p:attrName>
                                        </p:attrNameLst>
                                      </p:cBhvr>
                                      <p:tavLst>
                                        <p:tav tm="0">
                                          <p:val>
                                            <p:strVal val="1+#ppt_h/2"/>
                                          </p:val>
                                        </p:tav>
                                        <p:tav tm="100000">
                                          <p:val>
                                            <p:strVal val="#ppt_y"/>
                                          </p:val>
                                        </p:tav>
                                      </p:tavLst>
                                    </p:anim>
                                  </p:childTnLst>
                                </p:cTn>
                              </p:par>
                              <p:par>
                                <p:cTn id="65" presetID="2" presetClass="entr" presetSubtype="4" fill="hold" grpId="0" nodeType="withEffect">
                                  <p:stCondLst>
                                    <p:cond delay="0"/>
                                  </p:stCondLst>
                                  <p:childTnLst>
                                    <p:set>
                                      <p:cBhvr>
                                        <p:cTn id="66" dur="1" fill="hold">
                                          <p:stCondLst>
                                            <p:cond delay="0"/>
                                          </p:stCondLst>
                                        </p:cTn>
                                        <p:tgtEl>
                                          <p:spTgt spid="10">
                                            <p:txEl>
                                              <p:pRg st="0" end="0"/>
                                            </p:txEl>
                                          </p:spTgt>
                                        </p:tgtEl>
                                        <p:attrNameLst>
                                          <p:attrName>style.visibility</p:attrName>
                                        </p:attrNameLst>
                                      </p:cBhvr>
                                      <p:to>
                                        <p:strVal val="visible"/>
                                      </p:to>
                                    </p:set>
                                    <p:anim calcmode="lin" valueType="num">
                                      <p:cBhvr additive="base">
                                        <p:cTn id="67" dur="500" fill="hold"/>
                                        <p:tgtEl>
                                          <p:spTgt spid="10">
                                            <p:txEl>
                                              <p:pRg st="0" end="0"/>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10">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3" grpId="0"/>
      <p:bldP spid="2" grpId="0" animBg="1"/>
      <p:bldP spid="4" grpId="0" animBg="1"/>
      <p:bldP spid="8" grpId="0" animBg="1"/>
      <p:bldP spid="9" grpId="0" animBg="1"/>
      <p:bldP spid="6" grpId="0"/>
      <p:bldP spid="10" grpId="0" build="allAtOnce" animBg="1"/>
    </p:bld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651629504" name="TextBox 651629503"/>
          <p:cNvSpPr txBox="1"/>
          <p:nvPr/>
        </p:nvSpPr>
        <p:spPr bwMode="auto">
          <a:xfrm>
            <a:off x="177002" y="1235815"/>
            <a:ext cx="11810670" cy="4692760"/>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r>
              <a:rPr lang="en-US" sz="2400" dirty="0"/>
              <a:t>To achieve this goal, we must obviously leverage AI's weakness. </a:t>
            </a:r>
            <a:endParaRPr lang="en-US" sz="2400" dirty="0" smtClean="0"/>
          </a:p>
          <a:p>
            <a:endParaRPr lang="en-US" sz="2400" dirty="0"/>
          </a:p>
          <a:p>
            <a:r>
              <a:rPr lang="en-US" sz="2400" dirty="0" smtClean="0"/>
              <a:t>One </a:t>
            </a:r>
            <a:r>
              <a:rPr lang="en-US" sz="2400" dirty="0"/>
              <a:t>such weakness (for now) is its limitation in interacting with dynamic websites. At this stage, AI systems are quite poor at opening websites and interacting with them independently</a:t>
            </a:r>
            <a:r>
              <a:rPr lang="en-US" sz="2400" dirty="0" smtClean="0"/>
              <a:t>.</a:t>
            </a:r>
          </a:p>
          <a:p>
            <a:endParaRPr lang="en-US" sz="2400" dirty="0"/>
          </a:p>
          <a:p>
            <a:r>
              <a:rPr lang="en-US" sz="2400" dirty="0"/>
              <a:t>Therefore, we propose the following solution: let's build a website where the graph is never fully displayed at once. Only a single vertex or connecting edge of the graph might be visible at any given moment</a:t>
            </a:r>
            <a:r>
              <a:rPr lang="en-US" sz="2400" dirty="0" smtClean="0"/>
              <a:t>.</a:t>
            </a:r>
          </a:p>
          <a:p>
            <a:endParaRPr lang="en-US" sz="2400" dirty="0"/>
          </a:p>
          <a:p>
            <a:r>
              <a:rPr lang="en-US" sz="2400" dirty="0"/>
              <a:t>In this case, the student will have to "extract" the graph, or at least understand the problem and provide the correct input to the AI. This in itself is a step forward compared to blind copy-pasting.</a:t>
            </a:r>
          </a:p>
        </p:txBody>
      </p:sp>
      <p:sp>
        <p:nvSpPr>
          <p:cNvPr id="1538183009" name="TextBox 1538183008"/>
          <p:cNvSpPr txBox="1"/>
          <p:nvPr/>
        </p:nvSpPr>
        <p:spPr bwMode="auto">
          <a:xfrm>
            <a:off x="180601" y="480205"/>
            <a:ext cx="11807071" cy="534698"/>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just">
              <a:defRPr/>
            </a:pPr>
            <a:r>
              <a:rPr lang="en-US" sz="3000" b="1" dirty="0" smtClean="0"/>
              <a:t>GRAPHS</a:t>
            </a:r>
            <a:endParaRPr sz="3000" b="1" dirty="0"/>
          </a:p>
        </p:txBody>
      </p:sp>
    </p:spTree>
    <p:extLst>
      <p:ext uri="{BB962C8B-B14F-4D97-AF65-F5344CB8AC3E}">
        <p14:creationId xmlns:p14="http://schemas.microsoft.com/office/powerpoint/2010/main" val="4168381390"/>
      </p:ext>
    </p:extLst>
  </p:cSld>
  <p:clrMapOvr>
    <a:masterClrMapping/>
  </p:clrMapOvr>
  <mc:AlternateContent xmlns:mc="http://schemas.openxmlformats.org/markup-compatibility/2006">
    <mc:Choice xmlns:p14="http://schemas.microsoft.com/office/powerpoint/2010/main" xmlns:p159="http://schemas.microsoft.com/office/powerpoint/2015/09/main" xmlns:w="http://schemas.openxmlformats.org/wordprocessingml/2006/main" xmlns:m="http://schemas.openxmlformats.org/officeDocument/2006/math" xmlns="" Requires="p159">
      <p:transition spd="fast" p14:dur="500" advClick="1">
        <p:wipe dir="r"/>
      </p:transition>
    </mc:Choice>
    <mc:Fallback>
      <p:transition>
        <p:wipe dir="r"/>
      </p:transition>
    </mc:Fallback>
  </mc:AlternateContent>
  <p:timing>
    <p:tnLst>
      <p:par>
        <p:cTn id="1" dur="indefinite" restart="never" nodeType="tmRoot">
          <p:childTnLst>
            <p:seq concurrent="1" nextAc="seek">
              <p:cTn id="2" dur="indefinite" nodeType="mainSeq">
                <p:childTnLst>
                  <p:par>
                    <p:cTn id="3" fill="hold">
                      <p:stCondLst>
                        <p:cond delay="indefinite"/>
                        <p:cond evt="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538183009"/>
                                        </p:tgtEl>
                                        <p:attrNameLst>
                                          <p:attrName>style.visibility</p:attrName>
                                        </p:attrNameLst>
                                      </p:cBhvr>
                                      <p:to>
                                        <p:strVal val="visible"/>
                                      </p:to>
                                    </p:set>
                                    <p:anim calcmode="lin" valueType="num">
                                      <p:cBhvr additive="base">
                                        <p:cTn id="7" dur="500" fill="hold"/>
                                        <p:tgtEl>
                                          <p:spTgt spid="1538183009"/>
                                        </p:tgtEl>
                                        <p:attrNameLst>
                                          <p:attrName>ppt_x</p:attrName>
                                        </p:attrNameLst>
                                      </p:cBhvr>
                                      <p:tavLst>
                                        <p:tav tm="0">
                                          <p:val>
                                            <p:strVal val="#ppt_x"/>
                                          </p:val>
                                        </p:tav>
                                        <p:tav tm="100000">
                                          <p:val>
                                            <p:strVal val="#ppt_x"/>
                                          </p:val>
                                        </p:tav>
                                      </p:tavLst>
                                    </p:anim>
                                    <p:anim calcmode="lin" valueType="num">
                                      <p:cBhvr additive="base">
                                        <p:cTn id="8" dur="500" fill="hold"/>
                                        <p:tgtEl>
                                          <p:spTgt spid="1538183009"/>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651629504"/>
                                        </p:tgtEl>
                                        <p:attrNameLst>
                                          <p:attrName>style.visibility</p:attrName>
                                        </p:attrNameLst>
                                      </p:cBhvr>
                                      <p:to>
                                        <p:strVal val="visible"/>
                                      </p:to>
                                    </p:set>
                                    <p:anim calcmode="lin" valueType="num">
                                      <p:cBhvr additive="base">
                                        <p:cTn id="12" dur="500" fill="hold"/>
                                        <p:tgtEl>
                                          <p:spTgt spid="651629504"/>
                                        </p:tgtEl>
                                        <p:attrNameLst>
                                          <p:attrName>ppt_x</p:attrName>
                                        </p:attrNameLst>
                                      </p:cBhvr>
                                      <p:tavLst>
                                        <p:tav tm="0">
                                          <p:val>
                                            <p:strVal val="#ppt_x"/>
                                          </p:val>
                                        </p:tav>
                                        <p:tav tm="100000">
                                          <p:val>
                                            <p:strVal val="#ppt_x"/>
                                          </p:val>
                                        </p:tav>
                                      </p:tavLst>
                                    </p:anim>
                                    <p:anim calcmode="lin" valueType="num">
                                      <p:cBhvr additive="base">
                                        <p:cTn id="13" dur="500" fill="hold"/>
                                        <p:tgtEl>
                                          <p:spTgt spid="65162950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651629504" name="TextBox 651629503"/>
          <p:cNvSpPr txBox="1"/>
          <p:nvPr/>
        </p:nvSpPr>
        <p:spPr bwMode="auto">
          <a:xfrm>
            <a:off x="177002" y="1235815"/>
            <a:ext cx="11810670" cy="5046638"/>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r>
              <a:rPr lang="en-US" sz="2400" dirty="0" smtClean="0"/>
              <a:t/>
            </a:r>
            <a:br>
              <a:rPr lang="en-US" sz="2400" dirty="0" smtClean="0"/>
            </a:br>
            <a:r>
              <a:rPr lang="en-US" sz="2400" b="1" dirty="0" smtClean="0"/>
              <a:t>Method #1</a:t>
            </a:r>
            <a:r>
              <a:rPr lang="en-US" sz="2400" dirty="0" smtClean="0"/>
              <a:t/>
            </a:r>
            <a:br>
              <a:rPr lang="en-US" sz="2400" dirty="0" smtClean="0"/>
            </a:br>
            <a:r>
              <a:rPr lang="en-US" sz="2400" dirty="0" smtClean="0"/>
              <a:t/>
            </a:r>
            <a:br>
              <a:rPr lang="en-US" sz="2400" dirty="0" smtClean="0"/>
            </a:br>
            <a:r>
              <a:rPr lang="en-US" sz="2400" dirty="0" smtClean="0"/>
              <a:t>Assignment</a:t>
            </a:r>
            <a:r>
              <a:rPr lang="en-US" sz="2400" dirty="0"/>
              <a:t>: </a:t>
            </a:r>
            <a:br>
              <a:rPr lang="en-US" sz="2400" dirty="0"/>
            </a:br>
            <a:r>
              <a:rPr lang="en-US" sz="2400" dirty="0"/>
              <a:t>https://</a:t>
            </a:r>
            <a:r>
              <a:rPr lang="en-US" sz="2400" dirty="0" smtClean="0"/>
              <a:t>max.ge/batumi2026/graph/graph_Akshay_Srinivas_482731905.html</a:t>
            </a:r>
            <a:br>
              <a:rPr lang="en-US" sz="2400" dirty="0" smtClean="0"/>
            </a:br>
            <a:r>
              <a:rPr lang="en-US" sz="2400" dirty="0" smtClean="0"/>
              <a:t/>
            </a:r>
            <a:br>
              <a:rPr lang="en-US" sz="2400" dirty="0" smtClean="0"/>
            </a:br>
            <a:endParaRPr lang="en-US" sz="2400" dirty="0" smtClean="0"/>
          </a:p>
          <a:p>
            <a:endParaRPr lang="en-US" sz="2400" dirty="0"/>
          </a:p>
          <a:p>
            <a:endParaRPr lang="en-US" sz="2400" dirty="0" smtClean="0"/>
          </a:p>
          <a:p>
            <a:endParaRPr lang="en-US" sz="2400" dirty="0"/>
          </a:p>
          <a:p>
            <a:r>
              <a:rPr lang="en-US" sz="2400" dirty="0" smtClean="0"/>
              <a:t>Tool </a:t>
            </a:r>
            <a:r>
              <a:rPr lang="en-US" sz="2400" dirty="0"/>
              <a:t>for lecturers:</a:t>
            </a:r>
            <a:br>
              <a:rPr lang="en-US" sz="2400" dirty="0"/>
            </a:br>
            <a:r>
              <a:rPr lang="en-US" sz="2400" dirty="0"/>
              <a:t>https://max.ge/batumi2026/graph/graph-creator.html</a:t>
            </a:r>
            <a:endParaRPr lang="en-US" sz="2400" dirty="0" smtClean="0"/>
          </a:p>
          <a:p>
            <a:endParaRPr lang="en-US" sz="2400" dirty="0" smtClean="0"/>
          </a:p>
          <a:p>
            <a:endParaRPr lang="en-US" sz="2400" dirty="0"/>
          </a:p>
        </p:txBody>
      </p:sp>
      <p:sp>
        <p:nvSpPr>
          <p:cNvPr id="1538183009" name="TextBox 1538183008"/>
          <p:cNvSpPr txBox="1"/>
          <p:nvPr/>
        </p:nvSpPr>
        <p:spPr bwMode="auto">
          <a:xfrm>
            <a:off x="180601" y="480205"/>
            <a:ext cx="11807071" cy="534698"/>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just">
              <a:defRPr/>
            </a:pPr>
            <a:r>
              <a:rPr lang="en-US" sz="3000" b="1" dirty="0" smtClean="0"/>
              <a:t>GRAPHS</a:t>
            </a:r>
            <a:endParaRPr sz="3000" b="1" dirty="0"/>
          </a:p>
        </p:txBody>
      </p:sp>
    </p:spTree>
    <p:extLst>
      <p:ext uri="{BB962C8B-B14F-4D97-AF65-F5344CB8AC3E}">
        <p14:creationId xmlns:p14="http://schemas.microsoft.com/office/powerpoint/2010/main" val="3411563402"/>
      </p:ext>
    </p:extLst>
  </p:cSld>
  <p:clrMapOvr>
    <a:masterClrMapping/>
  </p:clrMapOvr>
  <mc:AlternateContent xmlns:mc="http://schemas.openxmlformats.org/markup-compatibility/2006">
    <mc:Choice xmlns:p14="http://schemas.microsoft.com/office/powerpoint/2010/main" xmlns:p159="http://schemas.microsoft.com/office/powerpoint/2015/09/main" xmlns:w="http://schemas.openxmlformats.org/wordprocessingml/2006/main" xmlns:m="http://schemas.openxmlformats.org/officeDocument/2006/math" xmlns="" Requires="p159">
      <p:transition spd="fast" p14:dur="500" advClick="1">
        <p:wipe dir="r"/>
      </p:transition>
    </mc:Choice>
    <mc:Fallback>
      <p:transition>
        <p:wipe dir="r"/>
      </p:transition>
    </mc:Fallback>
  </mc:AlternateContent>
  <p:timing>
    <p:tnLst>
      <p:par>
        <p:cTn id="1" dur="indefinite" restart="never" nodeType="tmRoot">
          <p:childTnLst>
            <p:seq concurrent="1" nextAc="seek">
              <p:cTn id="2" dur="indefinite" nodeType="mainSeq">
                <p:childTnLst>
                  <p:par>
                    <p:cTn id="3" fill="hold">
                      <p:stCondLst>
                        <p:cond delay="indefinite"/>
                        <p:cond evt="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538183009"/>
                                        </p:tgtEl>
                                        <p:attrNameLst>
                                          <p:attrName>style.visibility</p:attrName>
                                        </p:attrNameLst>
                                      </p:cBhvr>
                                      <p:to>
                                        <p:strVal val="visible"/>
                                      </p:to>
                                    </p:set>
                                    <p:anim calcmode="lin" valueType="num">
                                      <p:cBhvr additive="base">
                                        <p:cTn id="7" dur="500" fill="hold"/>
                                        <p:tgtEl>
                                          <p:spTgt spid="1538183009"/>
                                        </p:tgtEl>
                                        <p:attrNameLst>
                                          <p:attrName>ppt_x</p:attrName>
                                        </p:attrNameLst>
                                      </p:cBhvr>
                                      <p:tavLst>
                                        <p:tav tm="0">
                                          <p:val>
                                            <p:strVal val="#ppt_x"/>
                                          </p:val>
                                        </p:tav>
                                        <p:tav tm="100000">
                                          <p:val>
                                            <p:strVal val="#ppt_x"/>
                                          </p:val>
                                        </p:tav>
                                      </p:tavLst>
                                    </p:anim>
                                    <p:anim calcmode="lin" valueType="num">
                                      <p:cBhvr additive="base">
                                        <p:cTn id="8" dur="500" fill="hold"/>
                                        <p:tgtEl>
                                          <p:spTgt spid="1538183009"/>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651629504"/>
                                        </p:tgtEl>
                                        <p:attrNameLst>
                                          <p:attrName>style.visibility</p:attrName>
                                        </p:attrNameLst>
                                      </p:cBhvr>
                                      <p:to>
                                        <p:strVal val="visible"/>
                                      </p:to>
                                    </p:set>
                                    <p:anim calcmode="lin" valueType="num">
                                      <p:cBhvr additive="base">
                                        <p:cTn id="12" dur="500" fill="hold"/>
                                        <p:tgtEl>
                                          <p:spTgt spid="651629504"/>
                                        </p:tgtEl>
                                        <p:attrNameLst>
                                          <p:attrName>ppt_x</p:attrName>
                                        </p:attrNameLst>
                                      </p:cBhvr>
                                      <p:tavLst>
                                        <p:tav tm="0">
                                          <p:val>
                                            <p:strVal val="#ppt_x"/>
                                          </p:val>
                                        </p:tav>
                                        <p:tav tm="100000">
                                          <p:val>
                                            <p:strVal val="#ppt_x"/>
                                          </p:val>
                                        </p:tav>
                                      </p:tavLst>
                                    </p:anim>
                                    <p:anim calcmode="lin" valueType="num">
                                      <p:cBhvr additive="base">
                                        <p:cTn id="13" dur="500" fill="hold"/>
                                        <p:tgtEl>
                                          <p:spTgt spid="65162950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651629504" name="TextBox 651629503"/>
          <p:cNvSpPr txBox="1"/>
          <p:nvPr/>
        </p:nvSpPr>
        <p:spPr bwMode="auto">
          <a:xfrm>
            <a:off x="177002" y="1235815"/>
            <a:ext cx="11810670" cy="1153970"/>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r>
              <a:rPr lang="en-US" sz="2400" dirty="0"/>
              <a:t>We also offer a second approach for graph-related problems. This approach involves an automated bot through which the student must determine the topology of the graph themselves.</a:t>
            </a:r>
          </a:p>
        </p:txBody>
      </p:sp>
      <p:sp>
        <p:nvSpPr>
          <p:cNvPr id="1538183009" name="TextBox 1538183008"/>
          <p:cNvSpPr txBox="1"/>
          <p:nvPr/>
        </p:nvSpPr>
        <p:spPr bwMode="auto">
          <a:xfrm>
            <a:off x="180601" y="480205"/>
            <a:ext cx="11807071" cy="534698"/>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just">
              <a:defRPr/>
            </a:pPr>
            <a:r>
              <a:rPr lang="en-US" sz="3000" b="1" dirty="0" smtClean="0"/>
              <a:t>GRAPHS</a:t>
            </a:r>
            <a:endParaRPr sz="3000" b="1" dirty="0"/>
          </a:p>
        </p:txBody>
      </p:sp>
    </p:spTree>
    <p:extLst>
      <p:ext uri="{BB962C8B-B14F-4D97-AF65-F5344CB8AC3E}">
        <p14:creationId xmlns:p14="http://schemas.microsoft.com/office/powerpoint/2010/main" val="2635194477"/>
      </p:ext>
    </p:extLst>
  </p:cSld>
  <p:clrMapOvr>
    <a:masterClrMapping/>
  </p:clrMapOvr>
  <mc:AlternateContent xmlns:mc="http://schemas.openxmlformats.org/markup-compatibility/2006">
    <mc:Choice xmlns:p14="http://schemas.microsoft.com/office/powerpoint/2010/main" xmlns:p159="http://schemas.microsoft.com/office/powerpoint/2015/09/main" xmlns:w="http://schemas.openxmlformats.org/wordprocessingml/2006/main" xmlns:m="http://schemas.openxmlformats.org/officeDocument/2006/math" xmlns="" Requires="p159">
      <p:transition spd="fast" p14:dur="500" advClick="1">
        <p:wipe dir="r"/>
      </p:transition>
    </mc:Choice>
    <mc:Fallback>
      <p:transition>
        <p:wipe dir="r"/>
      </p:transition>
    </mc:Fallback>
  </mc:AlternateContent>
  <p:timing>
    <p:tnLst>
      <p:par>
        <p:cTn id="1" dur="indefinite" restart="never" nodeType="tmRoot">
          <p:childTnLst>
            <p:seq concurrent="1" nextAc="seek">
              <p:cTn id="2" dur="indefinite" nodeType="mainSeq">
                <p:childTnLst>
                  <p:par>
                    <p:cTn id="3" fill="hold">
                      <p:stCondLst>
                        <p:cond delay="indefinite"/>
                        <p:cond evt="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538183009"/>
                                        </p:tgtEl>
                                        <p:attrNameLst>
                                          <p:attrName>style.visibility</p:attrName>
                                        </p:attrNameLst>
                                      </p:cBhvr>
                                      <p:to>
                                        <p:strVal val="visible"/>
                                      </p:to>
                                    </p:set>
                                    <p:anim calcmode="lin" valueType="num">
                                      <p:cBhvr additive="base">
                                        <p:cTn id="7" dur="500" fill="hold"/>
                                        <p:tgtEl>
                                          <p:spTgt spid="1538183009"/>
                                        </p:tgtEl>
                                        <p:attrNameLst>
                                          <p:attrName>ppt_x</p:attrName>
                                        </p:attrNameLst>
                                      </p:cBhvr>
                                      <p:tavLst>
                                        <p:tav tm="0">
                                          <p:val>
                                            <p:strVal val="#ppt_x"/>
                                          </p:val>
                                        </p:tav>
                                        <p:tav tm="100000">
                                          <p:val>
                                            <p:strVal val="#ppt_x"/>
                                          </p:val>
                                        </p:tav>
                                      </p:tavLst>
                                    </p:anim>
                                    <p:anim calcmode="lin" valueType="num">
                                      <p:cBhvr additive="base">
                                        <p:cTn id="8" dur="500" fill="hold"/>
                                        <p:tgtEl>
                                          <p:spTgt spid="1538183009"/>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651629504"/>
                                        </p:tgtEl>
                                        <p:attrNameLst>
                                          <p:attrName>style.visibility</p:attrName>
                                        </p:attrNameLst>
                                      </p:cBhvr>
                                      <p:to>
                                        <p:strVal val="visible"/>
                                      </p:to>
                                    </p:set>
                                    <p:anim calcmode="lin" valueType="num">
                                      <p:cBhvr additive="base">
                                        <p:cTn id="12" dur="500" fill="hold"/>
                                        <p:tgtEl>
                                          <p:spTgt spid="651629504"/>
                                        </p:tgtEl>
                                        <p:attrNameLst>
                                          <p:attrName>ppt_x</p:attrName>
                                        </p:attrNameLst>
                                      </p:cBhvr>
                                      <p:tavLst>
                                        <p:tav tm="0">
                                          <p:val>
                                            <p:strVal val="#ppt_x"/>
                                          </p:val>
                                        </p:tav>
                                        <p:tav tm="100000">
                                          <p:val>
                                            <p:strVal val="#ppt_x"/>
                                          </p:val>
                                        </p:tav>
                                      </p:tavLst>
                                    </p:anim>
                                    <p:anim calcmode="lin" valueType="num">
                                      <p:cBhvr additive="base">
                                        <p:cTn id="13" dur="500" fill="hold"/>
                                        <p:tgtEl>
                                          <p:spTgt spid="65162950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651629504" name="TextBox 651629503"/>
          <p:cNvSpPr txBox="1"/>
          <p:nvPr/>
        </p:nvSpPr>
        <p:spPr bwMode="auto">
          <a:xfrm>
            <a:off x="177002" y="1235815"/>
            <a:ext cx="11810670" cy="4692760"/>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r>
              <a:rPr lang="en-US" sz="2400" dirty="0" smtClean="0"/>
              <a:t/>
            </a:r>
            <a:br>
              <a:rPr lang="en-US" sz="2400" dirty="0" smtClean="0"/>
            </a:br>
            <a:r>
              <a:rPr lang="en-US" sz="2400" b="1" dirty="0" smtClean="0"/>
              <a:t>Method #2</a:t>
            </a:r>
            <a:r>
              <a:rPr lang="en-US" sz="2400" dirty="0" smtClean="0"/>
              <a:t/>
            </a:r>
            <a:br>
              <a:rPr lang="en-US" sz="2400" dirty="0" smtClean="0"/>
            </a:br>
            <a:r>
              <a:rPr lang="en-US" sz="2400" dirty="0" smtClean="0"/>
              <a:t/>
            </a:r>
            <a:br>
              <a:rPr lang="en-US" sz="2400" dirty="0" smtClean="0"/>
            </a:br>
            <a:r>
              <a:rPr lang="en-US" sz="2400" dirty="0" smtClean="0"/>
              <a:t>Assignment</a:t>
            </a:r>
            <a:r>
              <a:rPr lang="en-US" sz="2400" dirty="0"/>
              <a:t>: </a:t>
            </a:r>
            <a:br>
              <a:rPr lang="en-US" sz="2400" dirty="0"/>
            </a:br>
            <a:r>
              <a:rPr lang="en-US" sz="2400" dirty="0"/>
              <a:t>https://max.ge/batumi2026/graph/graph_bot_Ahmad_Khamayseh_915204887.html</a:t>
            </a:r>
            <a:r>
              <a:rPr lang="en-US" sz="2400" dirty="0" smtClean="0"/>
              <a:t/>
            </a:r>
            <a:br>
              <a:rPr lang="en-US" sz="2400" dirty="0" smtClean="0"/>
            </a:br>
            <a:r>
              <a:rPr lang="en-US" sz="2400" dirty="0" smtClean="0"/>
              <a:t/>
            </a:r>
            <a:br>
              <a:rPr lang="en-US" sz="2400" dirty="0" smtClean="0"/>
            </a:br>
            <a:endParaRPr lang="en-US" sz="2400" dirty="0" smtClean="0"/>
          </a:p>
          <a:p>
            <a:endParaRPr lang="en-US" sz="2400" dirty="0"/>
          </a:p>
          <a:p>
            <a:endParaRPr lang="en-US" sz="2400" dirty="0" smtClean="0"/>
          </a:p>
          <a:p>
            <a:r>
              <a:rPr lang="en-US" sz="2400" dirty="0" smtClean="0"/>
              <a:t>Tool </a:t>
            </a:r>
            <a:r>
              <a:rPr lang="en-US" sz="2400" dirty="0"/>
              <a:t>for lecturers:</a:t>
            </a:r>
            <a:br>
              <a:rPr lang="en-US" sz="2400" dirty="0"/>
            </a:br>
            <a:r>
              <a:rPr lang="en-US" sz="2400" dirty="0"/>
              <a:t>https://max.ge/batumi2026/graph/graph-bot.html</a:t>
            </a:r>
            <a:endParaRPr lang="en-US" sz="2400" dirty="0" smtClean="0"/>
          </a:p>
          <a:p>
            <a:endParaRPr lang="en-US" sz="2400" dirty="0" smtClean="0"/>
          </a:p>
          <a:p>
            <a:endParaRPr lang="en-US" sz="2400" dirty="0"/>
          </a:p>
        </p:txBody>
      </p:sp>
      <p:sp>
        <p:nvSpPr>
          <p:cNvPr id="1538183009" name="TextBox 1538183008"/>
          <p:cNvSpPr txBox="1"/>
          <p:nvPr/>
        </p:nvSpPr>
        <p:spPr bwMode="auto">
          <a:xfrm>
            <a:off x="180601" y="480205"/>
            <a:ext cx="11807071" cy="534698"/>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just">
              <a:defRPr/>
            </a:pPr>
            <a:r>
              <a:rPr lang="en-US" sz="3000" b="1" dirty="0" smtClean="0"/>
              <a:t>GRAPHS</a:t>
            </a:r>
            <a:endParaRPr sz="3000" b="1" dirty="0"/>
          </a:p>
        </p:txBody>
      </p:sp>
    </p:spTree>
    <p:extLst>
      <p:ext uri="{BB962C8B-B14F-4D97-AF65-F5344CB8AC3E}">
        <p14:creationId xmlns:p14="http://schemas.microsoft.com/office/powerpoint/2010/main" val="386418458"/>
      </p:ext>
    </p:extLst>
  </p:cSld>
  <p:clrMapOvr>
    <a:masterClrMapping/>
  </p:clrMapOvr>
  <mc:AlternateContent xmlns:mc="http://schemas.openxmlformats.org/markup-compatibility/2006">
    <mc:Choice xmlns:p14="http://schemas.microsoft.com/office/powerpoint/2010/main" xmlns:p159="http://schemas.microsoft.com/office/powerpoint/2015/09/main" xmlns:w="http://schemas.openxmlformats.org/wordprocessingml/2006/main" xmlns:m="http://schemas.openxmlformats.org/officeDocument/2006/math" xmlns="" Requires="p159">
      <p:transition spd="fast" p14:dur="500" advClick="1">
        <p:wipe dir="r"/>
      </p:transition>
    </mc:Choice>
    <mc:Fallback>
      <p:transition>
        <p:wipe dir="r"/>
      </p:transition>
    </mc:Fallback>
  </mc:AlternateContent>
  <p:timing>
    <p:tnLst>
      <p:par>
        <p:cTn id="1" dur="indefinite" restart="never" nodeType="tmRoot">
          <p:childTnLst>
            <p:seq concurrent="1" nextAc="seek">
              <p:cTn id="2" dur="indefinite" nodeType="mainSeq">
                <p:childTnLst>
                  <p:par>
                    <p:cTn id="3" fill="hold">
                      <p:stCondLst>
                        <p:cond delay="indefinite"/>
                        <p:cond evt="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538183009"/>
                                        </p:tgtEl>
                                        <p:attrNameLst>
                                          <p:attrName>style.visibility</p:attrName>
                                        </p:attrNameLst>
                                      </p:cBhvr>
                                      <p:to>
                                        <p:strVal val="visible"/>
                                      </p:to>
                                    </p:set>
                                    <p:anim calcmode="lin" valueType="num">
                                      <p:cBhvr additive="base">
                                        <p:cTn id="7" dur="500" fill="hold"/>
                                        <p:tgtEl>
                                          <p:spTgt spid="1538183009"/>
                                        </p:tgtEl>
                                        <p:attrNameLst>
                                          <p:attrName>ppt_x</p:attrName>
                                        </p:attrNameLst>
                                      </p:cBhvr>
                                      <p:tavLst>
                                        <p:tav tm="0">
                                          <p:val>
                                            <p:strVal val="#ppt_x"/>
                                          </p:val>
                                        </p:tav>
                                        <p:tav tm="100000">
                                          <p:val>
                                            <p:strVal val="#ppt_x"/>
                                          </p:val>
                                        </p:tav>
                                      </p:tavLst>
                                    </p:anim>
                                    <p:anim calcmode="lin" valueType="num">
                                      <p:cBhvr additive="base">
                                        <p:cTn id="8" dur="500" fill="hold"/>
                                        <p:tgtEl>
                                          <p:spTgt spid="1538183009"/>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651629504"/>
                                        </p:tgtEl>
                                        <p:attrNameLst>
                                          <p:attrName>style.visibility</p:attrName>
                                        </p:attrNameLst>
                                      </p:cBhvr>
                                      <p:to>
                                        <p:strVal val="visible"/>
                                      </p:to>
                                    </p:set>
                                    <p:anim calcmode="lin" valueType="num">
                                      <p:cBhvr additive="base">
                                        <p:cTn id="12" dur="500" fill="hold"/>
                                        <p:tgtEl>
                                          <p:spTgt spid="651629504"/>
                                        </p:tgtEl>
                                        <p:attrNameLst>
                                          <p:attrName>ppt_x</p:attrName>
                                        </p:attrNameLst>
                                      </p:cBhvr>
                                      <p:tavLst>
                                        <p:tav tm="0">
                                          <p:val>
                                            <p:strVal val="#ppt_x"/>
                                          </p:val>
                                        </p:tav>
                                        <p:tav tm="100000">
                                          <p:val>
                                            <p:strVal val="#ppt_x"/>
                                          </p:val>
                                        </p:tav>
                                      </p:tavLst>
                                    </p:anim>
                                    <p:anim calcmode="lin" valueType="num">
                                      <p:cBhvr additive="base">
                                        <p:cTn id="13" dur="500" fill="hold"/>
                                        <p:tgtEl>
                                          <p:spTgt spid="65162950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651629504" name="TextBox 651629503"/>
          <p:cNvSpPr txBox="1"/>
          <p:nvPr/>
        </p:nvSpPr>
        <p:spPr bwMode="auto">
          <a:xfrm>
            <a:off x="177002" y="1235815"/>
            <a:ext cx="11810670" cy="3277244"/>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r>
              <a:rPr lang="en-US" sz="2400" dirty="0"/>
              <a:t>When teaching mathematics, there are numerous problems related to functions and their properties</a:t>
            </a:r>
            <a:r>
              <a:rPr lang="en-US" sz="2400" dirty="0" smtClean="0"/>
              <a:t>.</a:t>
            </a:r>
          </a:p>
          <a:p>
            <a:endParaRPr lang="en-US" sz="2400" dirty="0"/>
          </a:p>
          <a:p>
            <a:r>
              <a:rPr lang="en-US" sz="2400" dirty="0"/>
              <a:t>In the process of teaching, a specific pattern is observed: students memorize formulas relatively easily (for example, differentiation rules), but have a poorer understanding of their geometric meaning</a:t>
            </a:r>
            <a:r>
              <a:rPr lang="en-US" sz="2400" dirty="0" smtClean="0"/>
              <a:t>.</a:t>
            </a:r>
          </a:p>
          <a:p>
            <a:endParaRPr lang="en-US" sz="2400" dirty="0"/>
          </a:p>
          <a:p>
            <a:r>
              <a:rPr lang="en-US" sz="2400" dirty="0"/>
              <a:t>These aspects require additional effort, alongside the integration of artificial intelligence</a:t>
            </a:r>
            <a:r>
              <a:rPr lang="en-US" sz="2400" dirty="0" smtClean="0"/>
              <a:t>.</a:t>
            </a:r>
          </a:p>
        </p:txBody>
      </p:sp>
      <p:sp>
        <p:nvSpPr>
          <p:cNvPr id="1538183009" name="TextBox 1538183008"/>
          <p:cNvSpPr txBox="1"/>
          <p:nvPr/>
        </p:nvSpPr>
        <p:spPr bwMode="auto">
          <a:xfrm>
            <a:off x="180601" y="480205"/>
            <a:ext cx="11807071" cy="564193"/>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just">
              <a:defRPr/>
            </a:pPr>
            <a:r>
              <a:rPr lang="en-US" sz="3000" b="1" dirty="0" smtClean="0"/>
              <a:t>FUNCTIONS (Limits, Derivatives, </a:t>
            </a:r>
            <a:r>
              <a:rPr lang="en-US" sz="3200" b="1" dirty="0"/>
              <a:t>Integrals)</a:t>
            </a:r>
            <a:endParaRPr sz="3200" b="1" dirty="0"/>
          </a:p>
        </p:txBody>
      </p:sp>
      <p:sp>
        <p:nvSpPr>
          <p:cNvPr id="3" name="Rectangle 2"/>
          <p:cNvSpPr/>
          <p:nvPr/>
        </p:nvSpPr>
        <p:spPr>
          <a:xfrm>
            <a:off x="177001" y="4733971"/>
            <a:ext cx="11646403" cy="830997"/>
          </a:xfrm>
          <a:prstGeom prst="rect">
            <a:avLst/>
          </a:prstGeom>
        </p:spPr>
        <p:txBody>
          <a:bodyPr wrap="square">
            <a:spAutoFit/>
          </a:bodyPr>
          <a:lstStyle/>
          <a:p>
            <a:r>
              <a:rPr lang="en-US" sz="2400" dirty="0"/>
              <a:t>We propose presenting functions in a format that requires students to apply specific effort, even when they have access to an artificial intelligence assistant.</a:t>
            </a:r>
          </a:p>
        </p:txBody>
      </p:sp>
    </p:spTree>
    <p:extLst>
      <p:ext uri="{BB962C8B-B14F-4D97-AF65-F5344CB8AC3E}">
        <p14:creationId xmlns:p14="http://schemas.microsoft.com/office/powerpoint/2010/main" val="2352664873"/>
      </p:ext>
    </p:extLst>
  </p:cSld>
  <p:clrMapOvr>
    <a:masterClrMapping/>
  </p:clrMapOvr>
  <mc:AlternateContent xmlns:mc="http://schemas.openxmlformats.org/markup-compatibility/2006">
    <mc:Choice xmlns:p14="http://schemas.microsoft.com/office/powerpoint/2010/main" xmlns:p159="http://schemas.microsoft.com/office/powerpoint/2015/09/main" xmlns:w="http://schemas.openxmlformats.org/wordprocessingml/2006/main" xmlns:m="http://schemas.openxmlformats.org/officeDocument/2006/math" xmlns="" Requires="p159">
      <p:transition spd="fast" p14:dur="500" advClick="1">
        <p:wipe dir="r"/>
      </p:transition>
    </mc:Choice>
    <mc:Fallback>
      <p:transition>
        <p:wipe dir="r"/>
      </p:transition>
    </mc:Fallback>
  </mc:AlternateContent>
  <p:timing>
    <p:tnLst>
      <p:par>
        <p:cTn id="1" dur="indefinite" restart="never" nodeType="tmRoot">
          <p:childTnLst>
            <p:seq concurrent="1" nextAc="seek">
              <p:cTn id="2" dur="indefinite" nodeType="mainSeq">
                <p:childTnLst>
                  <p:par>
                    <p:cTn id="3" fill="hold">
                      <p:stCondLst>
                        <p:cond delay="indefinite"/>
                        <p:cond evt="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538183009"/>
                                        </p:tgtEl>
                                        <p:attrNameLst>
                                          <p:attrName>style.visibility</p:attrName>
                                        </p:attrNameLst>
                                      </p:cBhvr>
                                      <p:to>
                                        <p:strVal val="visible"/>
                                      </p:to>
                                    </p:set>
                                    <p:anim calcmode="lin" valueType="num">
                                      <p:cBhvr additive="base">
                                        <p:cTn id="7" dur="500" fill="hold"/>
                                        <p:tgtEl>
                                          <p:spTgt spid="1538183009"/>
                                        </p:tgtEl>
                                        <p:attrNameLst>
                                          <p:attrName>ppt_x</p:attrName>
                                        </p:attrNameLst>
                                      </p:cBhvr>
                                      <p:tavLst>
                                        <p:tav tm="0">
                                          <p:val>
                                            <p:strVal val="#ppt_x"/>
                                          </p:val>
                                        </p:tav>
                                        <p:tav tm="100000">
                                          <p:val>
                                            <p:strVal val="#ppt_x"/>
                                          </p:val>
                                        </p:tav>
                                      </p:tavLst>
                                    </p:anim>
                                    <p:anim calcmode="lin" valueType="num">
                                      <p:cBhvr additive="base">
                                        <p:cTn id="8" dur="500" fill="hold"/>
                                        <p:tgtEl>
                                          <p:spTgt spid="1538183009"/>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651629504"/>
                                        </p:tgtEl>
                                        <p:attrNameLst>
                                          <p:attrName>style.visibility</p:attrName>
                                        </p:attrNameLst>
                                      </p:cBhvr>
                                      <p:to>
                                        <p:strVal val="visible"/>
                                      </p:to>
                                    </p:set>
                                    <p:anim calcmode="lin" valueType="num">
                                      <p:cBhvr additive="base">
                                        <p:cTn id="12" dur="500" fill="hold"/>
                                        <p:tgtEl>
                                          <p:spTgt spid="651629504"/>
                                        </p:tgtEl>
                                        <p:attrNameLst>
                                          <p:attrName>ppt_x</p:attrName>
                                        </p:attrNameLst>
                                      </p:cBhvr>
                                      <p:tavLst>
                                        <p:tav tm="0">
                                          <p:val>
                                            <p:strVal val="#ppt_x"/>
                                          </p:val>
                                        </p:tav>
                                        <p:tav tm="100000">
                                          <p:val>
                                            <p:strVal val="#ppt_x"/>
                                          </p:val>
                                        </p:tav>
                                      </p:tavLst>
                                    </p:anim>
                                    <p:anim calcmode="lin" valueType="num">
                                      <p:cBhvr additive="base">
                                        <p:cTn id="13" dur="500" fill="hold"/>
                                        <p:tgtEl>
                                          <p:spTgt spid="651629504"/>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3"/>
                                        </p:tgtEl>
                                        <p:attrNameLst>
                                          <p:attrName>style.visibility</p:attrName>
                                        </p:attrNameLst>
                                      </p:cBhvr>
                                      <p:to>
                                        <p:strVal val="visible"/>
                                      </p:to>
                                    </p:set>
                                    <p:anim calcmode="lin" valueType="num">
                                      <p:cBhvr additive="base">
                                        <p:cTn id="17" dur="500" fill="hold"/>
                                        <p:tgtEl>
                                          <p:spTgt spid="3"/>
                                        </p:tgtEl>
                                        <p:attrNameLst>
                                          <p:attrName>ppt_x</p:attrName>
                                        </p:attrNameLst>
                                      </p:cBhvr>
                                      <p:tavLst>
                                        <p:tav tm="0">
                                          <p:val>
                                            <p:strVal val="#ppt_x"/>
                                          </p:val>
                                        </p:tav>
                                        <p:tav tm="100000">
                                          <p:val>
                                            <p:strVal val="#ppt_x"/>
                                          </p:val>
                                        </p:tav>
                                      </p:tavLst>
                                    </p:anim>
                                    <p:anim calcmode="lin" valueType="num">
                                      <p:cBhvr additive="base">
                                        <p:cTn id="1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5" name="Rectangle 4"/>
          <p:cNvSpPr/>
          <p:nvPr/>
        </p:nvSpPr>
        <p:spPr>
          <a:xfrm>
            <a:off x="177001" y="2321769"/>
            <a:ext cx="4777146" cy="246288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1629504" name="TextBox 651629503"/>
          <p:cNvSpPr txBox="1"/>
          <p:nvPr/>
        </p:nvSpPr>
        <p:spPr bwMode="auto">
          <a:xfrm>
            <a:off x="177002" y="1118852"/>
            <a:ext cx="11810670" cy="1036053"/>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defRPr/>
            </a:pPr>
            <a:r>
              <a:rPr lang="en-US" sz="2200" dirty="0"/>
              <a:t>Formulated this way, a student will simply </a:t>
            </a:r>
            <a:r>
              <a:rPr lang="en-US" sz="2200" dirty="0" smtClean="0"/>
              <a:t>copy-paste </a:t>
            </a:r>
            <a:r>
              <a:rPr lang="en-US" sz="2200" dirty="0"/>
              <a:t>the provided solution directly into the answer without even realizing what was asked or how it was </a:t>
            </a:r>
            <a:r>
              <a:rPr lang="en-US" sz="2200" dirty="0" smtClean="0"/>
              <a:t>solved. The </a:t>
            </a:r>
            <a:r>
              <a:rPr lang="en-US" sz="2000" dirty="0"/>
              <a:t>memorize formulas </a:t>
            </a:r>
            <a:r>
              <a:rPr lang="en-US" sz="2000" dirty="0" smtClean="0"/>
              <a:t>are another problem in this case.</a:t>
            </a:r>
            <a:endParaRPr lang="en-US" sz="2200" dirty="0" smtClean="0"/>
          </a:p>
        </p:txBody>
      </p:sp>
      <p:sp>
        <p:nvSpPr>
          <p:cNvPr id="1538183009" name="TextBox 1538183008"/>
          <p:cNvSpPr txBox="1"/>
          <p:nvPr/>
        </p:nvSpPr>
        <p:spPr bwMode="auto">
          <a:xfrm>
            <a:off x="180601" y="480205"/>
            <a:ext cx="11807071" cy="564193"/>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just">
              <a:defRPr/>
            </a:pPr>
            <a:r>
              <a:rPr lang="en-US" sz="3000" b="1" dirty="0"/>
              <a:t>FUNCTIONS (Limits, Derivatives, </a:t>
            </a:r>
            <a:r>
              <a:rPr lang="en-US" sz="3200" b="1" dirty="0"/>
              <a:t>Integrals)</a:t>
            </a:r>
          </a:p>
        </p:txBody>
      </p:sp>
      <p:sp>
        <p:nvSpPr>
          <p:cNvPr id="2" name="Right Arrow 1"/>
          <p:cNvSpPr/>
          <p:nvPr/>
        </p:nvSpPr>
        <p:spPr>
          <a:xfrm rot="1069136">
            <a:off x="5295528" y="3266619"/>
            <a:ext cx="1573619" cy="36150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6380049" y="3944678"/>
            <a:ext cx="1860697" cy="600164"/>
          </a:xfrm>
          <a:prstGeom prst="rect">
            <a:avLst/>
          </a:prstGeom>
          <a:solidFill>
            <a:schemeClr val="accent5">
              <a:lumMod val="20000"/>
              <a:lumOff val="80000"/>
            </a:schemeClr>
          </a:solidFill>
          <a:ln w="3175">
            <a:solidFill>
              <a:schemeClr val="tx1"/>
            </a:solidFill>
          </a:ln>
        </p:spPr>
        <p:txBody>
          <a:bodyPr wrap="square" rtlCol="0">
            <a:spAutoFit/>
          </a:bodyPr>
          <a:lstStyle/>
          <a:p>
            <a:pPr algn="ctr"/>
            <a:r>
              <a:rPr lang="en-US" sz="3300" b="1" dirty="0" smtClean="0"/>
              <a:t>AI</a:t>
            </a:r>
            <a:endParaRPr lang="en-US" sz="3300" b="1" dirty="0"/>
          </a:p>
        </p:txBody>
      </p:sp>
      <p:sp>
        <p:nvSpPr>
          <p:cNvPr id="8" name="Right Arrow 7"/>
          <p:cNvSpPr/>
          <p:nvPr/>
        </p:nvSpPr>
        <p:spPr bwMode="auto">
          <a:xfrm rot="3855919">
            <a:off x="7131619" y="4954247"/>
            <a:ext cx="950870" cy="36523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bwMode="auto">
          <a:xfrm>
            <a:off x="5621440" y="5728885"/>
            <a:ext cx="4872895" cy="553998"/>
          </a:xfrm>
          <a:prstGeom prst="rect">
            <a:avLst/>
          </a:prstGeom>
          <a:solidFill>
            <a:schemeClr val="accent6">
              <a:lumMod val="20000"/>
              <a:lumOff val="80000"/>
            </a:schemeClr>
          </a:solidFill>
          <a:ln>
            <a:solidFill>
              <a:schemeClr val="accent6">
                <a:lumMod val="50000"/>
              </a:schemeClr>
            </a:solidFill>
          </a:ln>
        </p:spPr>
        <p:txBody>
          <a:bodyPr wrap="square">
            <a:spAutoFit/>
          </a:bodyPr>
          <a:lstStyle/>
          <a:p>
            <a:pPr algn="ctr"/>
            <a:r>
              <a:rPr lang="en-US" sz="3000" b="1" dirty="0" smtClean="0">
                <a:solidFill>
                  <a:srgbClr val="00B050"/>
                </a:solidFill>
              </a:rPr>
              <a:t>Perfect Solution to Copy!</a:t>
            </a:r>
            <a:endParaRPr lang="en-US" sz="3000" b="1" dirty="0">
              <a:solidFill>
                <a:srgbClr val="00B050"/>
              </a:solidFill>
            </a:endParaRPr>
          </a:p>
        </p:txBody>
      </p:sp>
      <mc:AlternateContent xmlns:mc="http://schemas.openxmlformats.org/markup-compatibility/2006" xmlns:a14="http://schemas.microsoft.com/office/drawing/2010/main">
        <mc:Choice Requires="a14">
          <p:sp>
            <p:nvSpPr>
              <p:cNvPr id="6" name="Rectangle 5"/>
              <p:cNvSpPr/>
              <p:nvPr/>
            </p:nvSpPr>
            <p:spPr>
              <a:xfrm>
                <a:off x="177001" y="2402384"/>
                <a:ext cx="4597018" cy="2287742"/>
              </a:xfrm>
              <a:prstGeom prst="rect">
                <a:avLst/>
              </a:prstGeom>
            </p:spPr>
            <p:txBody>
              <a:bodyPr wrap="square">
                <a:spAutoFit/>
              </a:bodyPr>
              <a:lstStyle/>
              <a:p>
                <a:r>
                  <a:rPr lang="ka-GE" sz="3300" dirty="0" err="1"/>
                  <a:t>Find</a:t>
                </a:r>
                <a:r>
                  <a:rPr lang="ka-GE" sz="3300" dirty="0"/>
                  <a:t> </a:t>
                </a:r>
                <a:r>
                  <a:rPr lang="ka-GE" sz="3300" dirty="0" err="1"/>
                  <a:t>the</a:t>
                </a:r>
                <a:r>
                  <a:rPr lang="ka-GE" sz="3300" dirty="0"/>
                  <a:t> </a:t>
                </a:r>
                <a:r>
                  <a:rPr lang="ka-GE" sz="3300" dirty="0" err="1"/>
                  <a:t>derivative</a:t>
                </a:r>
                <a:r>
                  <a:rPr lang="ka-GE" sz="3300" dirty="0"/>
                  <a:t> </a:t>
                </a:r>
                <a:r>
                  <a:rPr lang="ka-GE" sz="3300" dirty="0" err="1"/>
                  <a:t>of</a:t>
                </a:r>
                <a:r>
                  <a:rPr lang="ka-GE" sz="3300" dirty="0"/>
                  <a:t> </a:t>
                </a:r>
                <a:r>
                  <a:rPr lang="ka-GE" sz="3300" dirty="0" err="1"/>
                  <a:t>the</a:t>
                </a:r>
                <a:r>
                  <a:rPr lang="ka-GE" sz="3300" dirty="0"/>
                  <a:t> </a:t>
                </a:r>
                <a:r>
                  <a:rPr lang="ka-GE" sz="3300" dirty="0" err="1"/>
                  <a:t>function</a:t>
                </a:r>
                <a:r>
                  <a:rPr lang="ka-GE" sz="3300" dirty="0"/>
                  <a:t> </a:t>
                </a:r>
                <a:r>
                  <a:rPr lang="en-US" sz="3300" dirty="0"/>
                  <a:t>in </a:t>
                </a:r>
                <a14:m>
                  <m:oMath xmlns:m="http://schemas.openxmlformats.org/officeDocument/2006/math">
                    <m:r>
                      <a:rPr lang="ka-GE" sz="3300" i="1">
                        <a:latin typeface="Cambria Math" panose="02040503050406030204" pitchFamily="18" charset="0"/>
                      </a:rPr>
                      <m:t>𝑥</m:t>
                    </m:r>
                    <m:r>
                      <a:rPr lang="ka-GE" sz="3300" i="1">
                        <a:latin typeface="Cambria Math" panose="02040503050406030204" pitchFamily="18" charset="0"/>
                      </a:rPr>
                      <m:t>=2.5</m:t>
                    </m:r>
                  </m:oMath>
                </a14:m>
                <a:r>
                  <a:rPr lang="ka-GE" sz="3300" dirty="0"/>
                  <a:t>, </a:t>
                </a:r>
                <a:r>
                  <a:rPr lang="ka-GE" sz="3300" dirty="0" err="1"/>
                  <a:t>given</a:t>
                </a:r>
                <a:r>
                  <a:rPr lang="ka-GE" sz="3300" dirty="0"/>
                  <a:t> </a:t>
                </a:r>
                <a:r>
                  <a:rPr lang="ka-GE" sz="3300" dirty="0" err="1"/>
                  <a:t>that</a:t>
                </a:r>
                <a:r>
                  <a:rPr lang="ka-GE" sz="3300" dirty="0"/>
                  <a:t> </a:t>
                </a:r>
                <a:r>
                  <a:rPr lang="ka-GE" sz="3300" dirty="0" err="1"/>
                  <a:t>the</a:t>
                </a:r>
                <a:r>
                  <a:rPr lang="ka-GE" sz="3300" dirty="0"/>
                  <a:t> </a:t>
                </a:r>
                <a:r>
                  <a:rPr lang="ka-GE" sz="3300" dirty="0" err="1"/>
                  <a:t>function</a:t>
                </a:r>
                <a:r>
                  <a:rPr lang="ka-GE" sz="3300" dirty="0"/>
                  <a:t> </a:t>
                </a:r>
                <a:r>
                  <a:rPr lang="ka-GE" sz="3300" dirty="0" err="1"/>
                  <a:t>is</a:t>
                </a:r>
                <a:r>
                  <a:rPr lang="ka-GE" sz="3300" dirty="0"/>
                  <a:t> </a:t>
                </a:r>
                <a14:m>
                  <m:oMath xmlns:m="http://schemas.openxmlformats.org/officeDocument/2006/math">
                    <m:r>
                      <a:rPr lang="ka-GE" sz="3300" i="1">
                        <a:latin typeface="Cambria Math" panose="02040503050406030204" pitchFamily="18" charset="0"/>
                      </a:rPr>
                      <m:t>𝑠𝑖𝑛</m:t>
                    </m:r>
                    <m:r>
                      <a:rPr lang="ka-GE" sz="3300" i="1">
                        <a:latin typeface="Cambria Math" panose="02040503050406030204" pitchFamily="18" charset="0"/>
                      </a:rPr>
                      <m:t>(</m:t>
                    </m:r>
                    <m:r>
                      <a:rPr lang="ka-GE" sz="3300" i="1">
                        <a:latin typeface="Cambria Math" panose="02040503050406030204" pitchFamily="18" charset="0"/>
                      </a:rPr>
                      <m:t>𝑥</m:t>
                    </m:r>
                    <m:r>
                      <a:rPr lang="ka-GE" sz="3300" i="1">
                        <a:latin typeface="Cambria Math" panose="02040503050406030204" pitchFamily="18" charset="0"/>
                      </a:rPr>
                      <m:t>) </m:t>
                    </m:r>
                    <m:f>
                      <m:fPr>
                        <m:ctrlPr>
                          <a:rPr lang="en-US" sz="3300" i="1">
                            <a:latin typeface="Cambria Math" panose="02040503050406030204" pitchFamily="18" charset="0"/>
                          </a:rPr>
                        </m:ctrlPr>
                      </m:fPr>
                      <m:num>
                        <m:r>
                          <a:rPr lang="ka-GE" sz="3300" i="1">
                            <a:latin typeface="Cambria Math" panose="02040503050406030204" pitchFamily="18" charset="0"/>
                          </a:rPr>
                          <m:t>𝑥</m:t>
                        </m:r>
                      </m:num>
                      <m:den>
                        <m:r>
                          <a:rPr lang="ka-GE" sz="3300" i="1">
                            <a:latin typeface="Cambria Math" panose="02040503050406030204" pitchFamily="18" charset="0"/>
                          </a:rPr>
                          <m:t>3</m:t>
                        </m:r>
                      </m:den>
                    </m:f>
                  </m:oMath>
                </a14:m>
                <a:r>
                  <a:rPr lang="ka-GE" sz="3300" dirty="0"/>
                  <a:t> </a:t>
                </a:r>
                <a:endParaRPr lang="en-US" sz="3300" dirty="0"/>
              </a:p>
            </p:txBody>
          </p:sp>
        </mc:Choice>
        <mc:Fallback xmlns="">
          <p:sp>
            <p:nvSpPr>
              <p:cNvPr id="6" name="Rectangle 5"/>
              <p:cNvSpPr>
                <a:spLocks noRot="1" noChangeAspect="1" noMove="1" noResize="1" noEditPoints="1" noAdjustHandles="1" noChangeArrowheads="1" noChangeShapeType="1" noTextEdit="1"/>
              </p:cNvSpPr>
              <p:nvPr/>
            </p:nvSpPr>
            <p:spPr>
              <a:xfrm>
                <a:off x="177001" y="2402384"/>
                <a:ext cx="4597018" cy="2287742"/>
              </a:xfrm>
              <a:prstGeom prst="rect">
                <a:avLst/>
              </a:prstGeom>
              <a:blipFill>
                <a:blip r:embed="rId3"/>
                <a:stretch>
                  <a:fillRect l="-3581" t="-3733" r="-796" b="-3467"/>
                </a:stretch>
              </a:blipFill>
            </p:spPr>
            <p:txBody>
              <a:bodyPr/>
              <a:lstStyle/>
              <a:p>
                <a:r>
                  <a:rPr lang="en-US">
                    <a:noFill/>
                  </a:rPr>
                  <a:t> </a:t>
                </a:r>
              </a:p>
            </p:txBody>
          </p:sp>
        </mc:Fallback>
      </mc:AlternateContent>
      <p:sp>
        <p:nvSpPr>
          <p:cNvPr id="10" name="TextBox 9"/>
          <p:cNvSpPr txBox="1"/>
          <p:nvPr/>
        </p:nvSpPr>
        <p:spPr>
          <a:xfrm rot="1568446">
            <a:off x="7165297" y="2785653"/>
            <a:ext cx="4433777" cy="1323439"/>
          </a:xfrm>
          <a:prstGeom prst="rect">
            <a:avLst/>
          </a:prstGeom>
          <a:solidFill>
            <a:schemeClr val="accent2">
              <a:lumMod val="20000"/>
              <a:lumOff val="80000"/>
            </a:schemeClr>
          </a:solidFill>
          <a:ln w="19050">
            <a:solidFill>
              <a:srgbClr val="FF0000"/>
            </a:solidFill>
          </a:ln>
        </p:spPr>
        <p:txBody>
          <a:bodyPr wrap="square" rtlCol="0">
            <a:spAutoFit/>
          </a:bodyPr>
          <a:lstStyle/>
          <a:p>
            <a:pPr algn="ctr"/>
            <a:r>
              <a:rPr lang="en-US" sz="4000" b="1" dirty="0">
                <a:solidFill>
                  <a:srgbClr val="FF0000"/>
                </a:solidFill>
              </a:rPr>
              <a:t>Old </a:t>
            </a:r>
            <a:r>
              <a:rPr lang="en-US" sz="4000" b="1" dirty="0" smtClean="0">
                <a:solidFill>
                  <a:srgbClr val="FF0000"/>
                </a:solidFill>
              </a:rPr>
              <a:t>and Wrong Way!</a:t>
            </a:r>
            <a:endParaRPr lang="en-US" sz="4000" b="1" dirty="0">
              <a:solidFill>
                <a:srgbClr val="FF0000"/>
              </a:solidFill>
            </a:endParaRPr>
          </a:p>
        </p:txBody>
      </p:sp>
    </p:spTree>
    <p:extLst>
      <p:ext uri="{BB962C8B-B14F-4D97-AF65-F5344CB8AC3E}">
        <p14:creationId xmlns:p14="http://schemas.microsoft.com/office/powerpoint/2010/main" val="2487629850"/>
      </p:ext>
    </p:extLst>
  </p:cSld>
  <p:clrMapOvr>
    <a:masterClrMapping/>
  </p:clrMapOvr>
  <mc:AlternateContent xmlns:mc="http://schemas.openxmlformats.org/markup-compatibility/2006">
    <mc:Choice xmlns:p14="http://schemas.microsoft.com/office/powerpoint/2010/main" xmlns:p159="http://schemas.microsoft.com/office/powerpoint/2015/09/main" xmlns:w="http://schemas.openxmlformats.org/wordprocessingml/2006/main" xmlns:m="http://schemas.openxmlformats.org/officeDocument/2006/math" xmlns="" Requires="p159">
      <p:transition spd="fast" p14:dur="500" advClick="1">
        <p:wipe dir="r"/>
      </p:transition>
    </mc:Choice>
    <mc:Fallback>
      <p:transition>
        <p:wipe dir="r"/>
      </p:transition>
    </mc:Fallback>
  </mc:AlternateContent>
  <p:timing>
    <p:tnLst>
      <p:par>
        <p:cTn id="1" dur="indefinite" restart="never" nodeType="tmRoot">
          <p:childTnLst>
            <p:seq concurrent="1" nextAc="seek">
              <p:cTn id="2" dur="indefinite" nodeType="mainSeq">
                <p:childTnLst>
                  <p:par>
                    <p:cTn id="3" fill="hold">
                      <p:stCondLst>
                        <p:cond delay="indefinite"/>
                        <p:cond evt="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538183009"/>
                                        </p:tgtEl>
                                        <p:attrNameLst>
                                          <p:attrName>style.visibility</p:attrName>
                                        </p:attrNameLst>
                                      </p:cBhvr>
                                      <p:to>
                                        <p:strVal val="visible"/>
                                      </p:to>
                                    </p:set>
                                    <p:anim calcmode="lin" valueType="num">
                                      <p:cBhvr additive="base">
                                        <p:cTn id="7" dur="500" fill="hold"/>
                                        <p:tgtEl>
                                          <p:spTgt spid="1538183009"/>
                                        </p:tgtEl>
                                        <p:attrNameLst>
                                          <p:attrName>ppt_x</p:attrName>
                                        </p:attrNameLst>
                                      </p:cBhvr>
                                      <p:tavLst>
                                        <p:tav tm="0">
                                          <p:val>
                                            <p:strVal val="#ppt_x"/>
                                          </p:val>
                                        </p:tav>
                                        <p:tav tm="100000">
                                          <p:val>
                                            <p:strVal val="#ppt_x"/>
                                          </p:val>
                                        </p:tav>
                                      </p:tavLst>
                                    </p:anim>
                                    <p:anim calcmode="lin" valueType="num">
                                      <p:cBhvr additive="base">
                                        <p:cTn id="8" dur="500" fill="hold"/>
                                        <p:tgtEl>
                                          <p:spTgt spid="1538183009"/>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651629504"/>
                                        </p:tgtEl>
                                        <p:attrNameLst>
                                          <p:attrName>style.visibility</p:attrName>
                                        </p:attrNameLst>
                                      </p:cBhvr>
                                      <p:to>
                                        <p:strVal val="visible"/>
                                      </p:to>
                                    </p:set>
                                    <p:anim calcmode="lin" valueType="num">
                                      <p:cBhvr additive="base">
                                        <p:cTn id="12" dur="500" fill="hold"/>
                                        <p:tgtEl>
                                          <p:spTgt spid="651629504"/>
                                        </p:tgtEl>
                                        <p:attrNameLst>
                                          <p:attrName>ppt_x</p:attrName>
                                        </p:attrNameLst>
                                      </p:cBhvr>
                                      <p:tavLst>
                                        <p:tav tm="0">
                                          <p:val>
                                            <p:strVal val="#ppt_x"/>
                                          </p:val>
                                        </p:tav>
                                        <p:tav tm="100000">
                                          <p:val>
                                            <p:strVal val="#ppt_x"/>
                                          </p:val>
                                        </p:tav>
                                      </p:tavLst>
                                    </p:anim>
                                    <p:anim calcmode="lin" valueType="num">
                                      <p:cBhvr additive="base">
                                        <p:cTn id="13" dur="500" fill="hold"/>
                                        <p:tgtEl>
                                          <p:spTgt spid="651629504"/>
                                        </p:tgtEl>
                                        <p:attrNameLst>
                                          <p:attrName>ppt_y</p:attrName>
                                        </p:attrNameLst>
                                      </p:cBhvr>
                                      <p:tavLst>
                                        <p:tav tm="0">
                                          <p:val>
                                            <p:strVal val="1+#ppt_h/2"/>
                                          </p:val>
                                        </p:tav>
                                        <p:tav tm="100000">
                                          <p:val>
                                            <p:strVal val="#ppt_y"/>
                                          </p:val>
                                        </p:tav>
                                      </p:tavLst>
                                    </p:anim>
                                  </p:childTnLst>
                                </p:cTn>
                              </p:par>
                              <p:par>
                                <p:cTn id="14" presetID="31" presetClass="entr" presetSubtype="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 calcmode="lin" valueType="num">
                                      <p:cBhvr>
                                        <p:cTn id="16" dur="1000" fill="hold"/>
                                        <p:tgtEl>
                                          <p:spTgt spid="6"/>
                                        </p:tgtEl>
                                        <p:attrNameLst>
                                          <p:attrName>ppt_w</p:attrName>
                                        </p:attrNameLst>
                                      </p:cBhvr>
                                      <p:tavLst>
                                        <p:tav tm="0">
                                          <p:val>
                                            <p:fltVal val="0"/>
                                          </p:val>
                                        </p:tav>
                                        <p:tav tm="100000">
                                          <p:val>
                                            <p:strVal val="#ppt_w"/>
                                          </p:val>
                                        </p:tav>
                                      </p:tavLst>
                                    </p:anim>
                                    <p:anim calcmode="lin" valueType="num">
                                      <p:cBhvr>
                                        <p:cTn id="17" dur="1000" fill="hold"/>
                                        <p:tgtEl>
                                          <p:spTgt spid="6"/>
                                        </p:tgtEl>
                                        <p:attrNameLst>
                                          <p:attrName>ppt_h</p:attrName>
                                        </p:attrNameLst>
                                      </p:cBhvr>
                                      <p:tavLst>
                                        <p:tav tm="0">
                                          <p:val>
                                            <p:fltVal val="0"/>
                                          </p:val>
                                        </p:tav>
                                        <p:tav tm="100000">
                                          <p:val>
                                            <p:strVal val="#ppt_h"/>
                                          </p:val>
                                        </p:tav>
                                      </p:tavLst>
                                    </p:anim>
                                    <p:anim calcmode="lin" valueType="num">
                                      <p:cBhvr>
                                        <p:cTn id="18" dur="1000" fill="hold"/>
                                        <p:tgtEl>
                                          <p:spTgt spid="6"/>
                                        </p:tgtEl>
                                        <p:attrNameLst>
                                          <p:attrName>style.rotation</p:attrName>
                                        </p:attrNameLst>
                                      </p:cBhvr>
                                      <p:tavLst>
                                        <p:tav tm="0">
                                          <p:val>
                                            <p:fltVal val="90"/>
                                          </p:val>
                                        </p:tav>
                                        <p:tav tm="100000">
                                          <p:val>
                                            <p:fltVal val="0"/>
                                          </p:val>
                                        </p:tav>
                                      </p:tavLst>
                                    </p:anim>
                                    <p:animEffect transition="in" filter="fade">
                                      <p:cBhvr>
                                        <p:cTn id="19" dur="1000"/>
                                        <p:tgtEl>
                                          <p:spTgt spid="6"/>
                                        </p:tgtEl>
                                      </p:cBhvr>
                                    </p:animEffect>
                                  </p:childTnLst>
                                </p:cTn>
                              </p:par>
                              <p:par>
                                <p:cTn id="20" presetID="31" presetClass="entr" presetSubtype="0" fill="hold" grpId="0" nodeType="withEffect">
                                  <p:stCondLst>
                                    <p:cond delay="0"/>
                                  </p:stCondLst>
                                  <p:childTnLst>
                                    <p:set>
                                      <p:cBhvr>
                                        <p:cTn id="21" dur="1" fill="hold">
                                          <p:stCondLst>
                                            <p:cond delay="0"/>
                                          </p:stCondLst>
                                        </p:cTn>
                                        <p:tgtEl>
                                          <p:spTgt spid="5"/>
                                        </p:tgtEl>
                                        <p:attrNameLst>
                                          <p:attrName>style.visibility</p:attrName>
                                        </p:attrNameLst>
                                      </p:cBhvr>
                                      <p:to>
                                        <p:strVal val="visible"/>
                                      </p:to>
                                    </p:set>
                                    <p:anim calcmode="lin" valueType="num">
                                      <p:cBhvr>
                                        <p:cTn id="22" dur="1000" fill="hold"/>
                                        <p:tgtEl>
                                          <p:spTgt spid="5"/>
                                        </p:tgtEl>
                                        <p:attrNameLst>
                                          <p:attrName>ppt_w</p:attrName>
                                        </p:attrNameLst>
                                      </p:cBhvr>
                                      <p:tavLst>
                                        <p:tav tm="0">
                                          <p:val>
                                            <p:fltVal val="0"/>
                                          </p:val>
                                        </p:tav>
                                        <p:tav tm="100000">
                                          <p:val>
                                            <p:strVal val="#ppt_w"/>
                                          </p:val>
                                        </p:tav>
                                      </p:tavLst>
                                    </p:anim>
                                    <p:anim calcmode="lin" valueType="num">
                                      <p:cBhvr>
                                        <p:cTn id="23" dur="1000" fill="hold"/>
                                        <p:tgtEl>
                                          <p:spTgt spid="5"/>
                                        </p:tgtEl>
                                        <p:attrNameLst>
                                          <p:attrName>ppt_h</p:attrName>
                                        </p:attrNameLst>
                                      </p:cBhvr>
                                      <p:tavLst>
                                        <p:tav tm="0">
                                          <p:val>
                                            <p:fltVal val="0"/>
                                          </p:val>
                                        </p:tav>
                                        <p:tav tm="100000">
                                          <p:val>
                                            <p:strVal val="#ppt_h"/>
                                          </p:val>
                                        </p:tav>
                                      </p:tavLst>
                                    </p:anim>
                                    <p:anim calcmode="lin" valueType="num">
                                      <p:cBhvr>
                                        <p:cTn id="24" dur="1000" fill="hold"/>
                                        <p:tgtEl>
                                          <p:spTgt spid="5"/>
                                        </p:tgtEl>
                                        <p:attrNameLst>
                                          <p:attrName>style.rotation</p:attrName>
                                        </p:attrNameLst>
                                      </p:cBhvr>
                                      <p:tavLst>
                                        <p:tav tm="0">
                                          <p:val>
                                            <p:fltVal val="90"/>
                                          </p:val>
                                        </p:tav>
                                        <p:tav tm="100000">
                                          <p:val>
                                            <p:fltVal val="0"/>
                                          </p:val>
                                        </p:tav>
                                      </p:tavLst>
                                    </p:anim>
                                    <p:animEffect transition="in" filter="fade">
                                      <p:cBhvr>
                                        <p:cTn id="25" dur="1000"/>
                                        <p:tgtEl>
                                          <p:spTgt spid="5"/>
                                        </p:tgtEl>
                                      </p:cBhvr>
                                    </p:animEffect>
                                  </p:childTnLst>
                                </p:cTn>
                              </p:par>
                            </p:childTnLst>
                          </p:cTn>
                        </p:par>
                        <p:par>
                          <p:cTn id="26" fill="hold">
                            <p:stCondLst>
                              <p:cond delay="1500"/>
                            </p:stCondLst>
                            <p:childTnLst>
                              <p:par>
                                <p:cTn id="27" presetID="2" presetClass="entr" presetSubtype="4" fill="hold" grpId="0" nodeType="afterEffect">
                                  <p:stCondLst>
                                    <p:cond delay="0"/>
                                  </p:stCondLst>
                                  <p:childTnLst>
                                    <p:set>
                                      <p:cBhvr>
                                        <p:cTn id="28" dur="1" fill="hold">
                                          <p:stCondLst>
                                            <p:cond delay="0"/>
                                          </p:stCondLst>
                                        </p:cTn>
                                        <p:tgtEl>
                                          <p:spTgt spid="2"/>
                                        </p:tgtEl>
                                        <p:attrNameLst>
                                          <p:attrName>style.visibility</p:attrName>
                                        </p:attrNameLst>
                                      </p:cBhvr>
                                      <p:to>
                                        <p:strVal val="visible"/>
                                      </p:to>
                                    </p:set>
                                    <p:anim calcmode="lin" valueType="num">
                                      <p:cBhvr additive="base">
                                        <p:cTn id="29" dur="500" fill="hold"/>
                                        <p:tgtEl>
                                          <p:spTgt spid="2"/>
                                        </p:tgtEl>
                                        <p:attrNameLst>
                                          <p:attrName>ppt_x</p:attrName>
                                        </p:attrNameLst>
                                      </p:cBhvr>
                                      <p:tavLst>
                                        <p:tav tm="0">
                                          <p:val>
                                            <p:strVal val="#ppt_x"/>
                                          </p:val>
                                        </p:tav>
                                        <p:tav tm="100000">
                                          <p:val>
                                            <p:strVal val="#ppt_x"/>
                                          </p:val>
                                        </p:tav>
                                      </p:tavLst>
                                    </p:anim>
                                    <p:anim calcmode="lin" valueType="num">
                                      <p:cBhvr additive="base">
                                        <p:cTn id="30" dur="500" fill="hold"/>
                                        <p:tgtEl>
                                          <p:spTgt spid="2"/>
                                        </p:tgtEl>
                                        <p:attrNameLst>
                                          <p:attrName>ppt_y</p:attrName>
                                        </p:attrNameLst>
                                      </p:cBhvr>
                                      <p:tavLst>
                                        <p:tav tm="0">
                                          <p:val>
                                            <p:strVal val="1+#ppt_h/2"/>
                                          </p:val>
                                        </p:tav>
                                        <p:tav tm="100000">
                                          <p:val>
                                            <p:strVal val="#ppt_y"/>
                                          </p:val>
                                        </p:tav>
                                      </p:tavLst>
                                    </p:anim>
                                  </p:childTnLst>
                                </p:cTn>
                              </p:par>
                            </p:childTnLst>
                          </p:cTn>
                        </p:par>
                        <p:par>
                          <p:cTn id="31" fill="hold">
                            <p:stCondLst>
                              <p:cond delay="2000"/>
                            </p:stCondLst>
                            <p:childTnLst>
                              <p:par>
                                <p:cTn id="32" presetID="2" presetClass="entr" presetSubtype="4" fill="hold" grpId="0" nodeType="afterEffect">
                                  <p:stCondLst>
                                    <p:cond delay="0"/>
                                  </p:stCondLst>
                                  <p:childTnLst>
                                    <p:set>
                                      <p:cBhvr>
                                        <p:cTn id="33" dur="1" fill="hold">
                                          <p:stCondLst>
                                            <p:cond delay="0"/>
                                          </p:stCondLst>
                                        </p:cTn>
                                        <p:tgtEl>
                                          <p:spTgt spid="4"/>
                                        </p:tgtEl>
                                        <p:attrNameLst>
                                          <p:attrName>style.visibility</p:attrName>
                                        </p:attrNameLst>
                                      </p:cBhvr>
                                      <p:to>
                                        <p:strVal val="visible"/>
                                      </p:to>
                                    </p:set>
                                    <p:anim calcmode="lin" valueType="num">
                                      <p:cBhvr additive="base">
                                        <p:cTn id="34" dur="500" fill="hold"/>
                                        <p:tgtEl>
                                          <p:spTgt spid="4"/>
                                        </p:tgtEl>
                                        <p:attrNameLst>
                                          <p:attrName>ppt_x</p:attrName>
                                        </p:attrNameLst>
                                      </p:cBhvr>
                                      <p:tavLst>
                                        <p:tav tm="0">
                                          <p:val>
                                            <p:strVal val="#ppt_x"/>
                                          </p:val>
                                        </p:tav>
                                        <p:tav tm="100000">
                                          <p:val>
                                            <p:strVal val="#ppt_x"/>
                                          </p:val>
                                        </p:tav>
                                      </p:tavLst>
                                    </p:anim>
                                    <p:anim calcmode="lin" valueType="num">
                                      <p:cBhvr additive="base">
                                        <p:cTn id="35" dur="500" fill="hold"/>
                                        <p:tgtEl>
                                          <p:spTgt spid="4"/>
                                        </p:tgtEl>
                                        <p:attrNameLst>
                                          <p:attrName>ppt_y</p:attrName>
                                        </p:attrNameLst>
                                      </p:cBhvr>
                                      <p:tavLst>
                                        <p:tav tm="0">
                                          <p:val>
                                            <p:strVal val="1+#ppt_h/2"/>
                                          </p:val>
                                        </p:tav>
                                        <p:tav tm="100000">
                                          <p:val>
                                            <p:strVal val="#ppt_y"/>
                                          </p:val>
                                        </p:tav>
                                      </p:tavLst>
                                    </p:anim>
                                  </p:childTnLst>
                                </p:cTn>
                              </p:par>
                            </p:childTnLst>
                          </p:cTn>
                        </p:par>
                        <p:par>
                          <p:cTn id="36" fill="hold">
                            <p:stCondLst>
                              <p:cond delay="2500"/>
                            </p:stCondLst>
                            <p:childTnLst>
                              <p:par>
                                <p:cTn id="37" presetID="2" presetClass="entr" presetSubtype="4" fill="hold" grpId="0" nodeType="afterEffect">
                                  <p:stCondLst>
                                    <p:cond delay="0"/>
                                  </p:stCondLst>
                                  <p:childTnLst>
                                    <p:set>
                                      <p:cBhvr>
                                        <p:cTn id="38" dur="1" fill="hold">
                                          <p:stCondLst>
                                            <p:cond delay="0"/>
                                          </p:stCondLst>
                                        </p:cTn>
                                        <p:tgtEl>
                                          <p:spTgt spid="8"/>
                                        </p:tgtEl>
                                        <p:attrNameLst>
                                          <p:attrName>style.visibility</p:attrName>
                                        </p:attrNameLst>
                                      </p:cBhvr>
                                      <p:to>
                                        <p:strVal val="visible"/>
                                      </p:to>
                                    </p:set>
                                    <p:anim calcmode="lin" valueType="num">
                                      <p:cBhvr additive="base">
                                        <p:cTn id="39" dur="500" fill="hold"/>
                                        <p:tgtEl>
                                          <p:spTgt spid="8"/>
                                        </p:tgtEl>
                                        <p:attrNameLst>
                                          <p:attrName>ppt_x</p:attrName>
                                        </p:attrNameLst>
                                      </p:cBhvr>
                                      <p:tavLst>
                                        <p:tav tm="0">
                                          <p:val>
                                            <p:strVal val="#ppt_x"/>
                                          </p:val>
                                        </p:tav>
                                        <p:tav tm="100000">
                                          <p:val>
                                            <p:strVal val="#ppt_x"/>
                                          </p:val>
                                        </p:tav>
                                      </p:tavLst>
                                    </p:anim>
                                    <p:anim calcmode="lin" valueType="num">
                                      <p:cBhvr additive="base">
                                        <p:cTn id="40" dur="500" fill="hold"/>
                                        <p:tgtEl>
                                          <p:spTgt spid="8"/>
                                        </p:tgtEl>
                                        <p:attrNameLst>
                                          <p:attrName>ppt_y</p:attrName>
                                        </p:attrNameLst>
                                      </p:cBhvr>
                                      <p:tavLst>
                                        <p:tav tm="0">
                                          <p:val>
                                            <p:strVal val="1+#ppt_h/2"/>
                                          </p:val>
                                        </p:tav>
                                        <p:tav tm="100000">
                                          <p:val>
                                            <p:strVal val="#ppt_y"/>
                                          </p:val>
                                        </p:tav>
                                      </p:tavLst>
                                    </p:anim>
                                  </p:childTnLst>
                                </p:cTn>
                              </p:par>
                            </p:childTnLst>
                          </p:cTn>
                        </p:par>
                        <p:par>
                          <p:cTn id="41" fill="hold">
                            <p:stCondLst>
                              <p:cond delay="3000"/>
                            </p:stCondLst>
                            <p:childTnLst>
                              <p:par>
                                <p:cTn id="42" presetID="2" presetClass="entr" presetSubtype="4" fill="hold" grpId="0" nodeType="afterEffect">
                                  <p:stCondLst>
                                    <p:cond delay="0"/>
                                  </p:stCondLst>
                                  <p:childTnLst>
                                    <p:set>
                                      <p:cBhvr>
                                        <p:cTn id="43" dur="1" fill="hold">
                                          <p:stCondLst>
                                            <p:cond delay="0"/>
                                          </p:stCondLst>
                                        </p:cTn>
                                        <p:tgtEl>
                                          <p:spTgt spid="9"/>
                                        </p:tgtEl>
                                        <p:attrNameLst>
                                          <p:attrName>style.visibility</p:attrName>
                                        </p:attrNameLst>
                                      </p:cBhvr>
                                      <p:to>
                                        <p:strVal val="visible"/>
                                      </p:to>
                                    </p:set>
                                    <p:anim calcmode="lin" valueType="num">
                                      <p:cBhvr additive="base">
                                        <p:cTn id="44" dur="500" fill="hold"/>
                                        <p:tgtEl>
                                          <p:spTgt spid="9"/>
                                        </p:tgtEl>
                                        <p:attrNameLst>
                                          <p:attrName>ppt_x</p:attrName>
                                        </p:attrNameLst>
                                      </p:cBhvr>
                                      <p:tavLst>
                                        <p:tav tm="0">
                                          <p:val>
                                            <p:strVal val="#ppt_x"/>
                                          </p:val>
                                        </p:tav>
                                        <p:tav tm="100000">
                                          <p:val>
                                            <p:strVal val="#ppt_x"/>
                                          </p:val>
                                        </p:tav>
                                      </p:tavLst>
                                    </p:anim>
                                    <p:anim calcmode="lin" valueType="num">
                                      <p:cBhvr additive="base">
                                        <p:cTn id="45"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2" presetClass="entr" presetSubtype="4" fill="hold" grpId="0" nodeType="clickEffect">
                                  <p:stCondLst>
                                    <p:cond delay="0"/>
                                  </p:stCondLst>
                                  <p:childTnLst>
                                    <p:set>
                                      <p:cBhvr>
                                        <p:cTn id="49" dur="1" fill="hold">
                                          <p:stCondLst>
                                            <p:cond delay="0"/>
                                          </p:stCondLst>
                                        </p:cTn>
                                        <p:tgtEl>
                                          <p:spTgt spid="10">
                                            <p:bg/>
                                          </p:spTgt>
                                        </p:tgtEl>
                                        <p:attrNameLst>
                                          <p:attrName>style.visibility</p:attrName>
                                        </p:attrNameLst>
                                      </p:cBhvr>
                                      <p:to>
                                        <p:strVal val="visible"/>
                                      </p:to>
                                    </p:set>
                                    <p:anim calcmode="lin" valueType="num">
                                      <p:cBhvr additive="base">
                                        <p:cTn id="50" dur="500" fill="hold"/>
                                        <p:tgtEl>
                                          <p:spTgt spid="10">
                                            <p:bg/>
                                          </p:spTgt>
                                        </p:tgtEl>
                                        <p:attrNameLst>
                                          <p:attrName>ppt_x</p:attrName>
                                        </p:attrNameLst>
                                      </p:cBhvr>
                                      <p:tavLst>
                                        <p:tav tm="0">
                                          <p:val>
                                            <p:strVal val="#ppt_x"/>
                                          </p:val>
                                        </p:tav>
                                        <p:tav tm="100000">
                                          <p:val>
                                            <p:strVal val="#ppt_x"/>
                                          </p:val>
                                        </p:tav>
                                      </p:tavLst>
                                    </p:anim>
                                    <p:anim calcmode="lin" valueType="num">
                                      <p:cBhvr additive="base">
                                        <p:cTn id="51" dur="500" fill="hold"/>
                                        <p:tgtEl>
                                          <p:spTgt spid="10">
                                            <p:bg/>
                                          </p:spTgt>
                                        </p:tgtEl>
                                        <p:attrNameLst>
                                          <p:attrName>ppt_y</p:attrName>
                                        </p:attrNameLst>
                                      </p:cBhvr>
                                      <p:tavLst>
                                        <p:tav tm="0">
                                          <p:val>
                                            <p:strVal val="1+#ppt_h/2"/>
                                          </p:val>
                                        </p:tav>
                                        <p:tav tm="100000">
                                          <p:val>
                                            <p:strVal val="#ppt_y"/>
                                          </p:val>
                                        </p:tav>
                                      </p:tavLst>
                                    </p:anim>
                                  </p:childTnLst>
                                </p:cTn>
                              </p:par>
                              <p:par>
                                <p:cTn id="52" presetID="2" presetClass="entr" presetSubtype="4" fill="hold" grpId="0" nodeType="withEffect">
                                  <p:stCondLst>
                                    <p:cond delay="0"/>
                                  </p:stCondLst>
                                  <p:childTnLst>
                                    <p:set>
                                      <p:cBhvr>
                                        <p:cTn id="53" dur="1" fill="hold">
                                          <p:stCondLst>
                                            <p:cond delay="0"/>
                                          </p:stCondLst>
                                        </p:cTn>
                                        <p:tgtEl>
                                          <p:spTgt spid="10">
                                            <p:txEl>
                                              <p:pRg st="0" end="0"/>
                                            </p:txEl>
                                          </p:spTgt>
                                        </p:tgtEl>
                                        <p:attrNameLst>
                                          <p:attrName>style.visibility</p:attrName>
                                        </p:attrNameLst>
                                      </p:cBhvr>
                                      <p:to>
                                        <p:strVal val="visible"/>
                                      </p:to>
                                    </p:set>
                                    <p:anim calcmode="lin" valueType="num">
                                      <p:cBhvr additive="base">
                                        <p:cTn id="54" dur="500" fill="hold"/>
                                        <p:tgtEl>
                                          <p:spTgt spid="10">
                                            <p:txEl>
                                              <p:pRg st="0" end="0"/>
                                            </p:txEl>
                                          </p:spTgt>
                                        </p:tgtEl>
                                        <p:attrNameLst>
                                          <p:attrName>ppt_x</p:attrName>
                                        </p:attrNameLst>
                                      </p:cBhvr>
                                      <p:tavLst>
                                        <p:tav tm="0">
                                          <p:val>
                                            <p:strVal val="#ppt_x"/>
                                          </p:val>
                                        </p:tav>
                                        <p:tav tm="100000">
                                          <p:val>
                                            <p:strVal val="#ppt_x"/>
                                          </p:val>
                                        </p:tav>
                                      </p:tavLst>
                                    </p:anim>
                                    <p:anim calcmode="lin" valueType="num">
                                      <p:cBhvr additive="base">
                                        <p:cTn id="55" dur="500" fill="hold"/>
                                        <p:tgtEl>
                                          <p:spTgt spid="10">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2" grpId="0" animBg="1"/>
      <p:bldP spid="4" grpId="0" animBg="1"/>
      <p:bldP spid="8" grpId="0" animBg="1"/>
      <p:bldP spid="9" grpId="0" animBg="1"/>
      <p:bldP spid="6" grpId="0"/>
      <p:bldP spid="10" grpId="0" build="allAtOnce" animBg="1"/>
    </p:bld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5" name="Rectangle 4"/>
          <p:cNvSpPr/>
          <p:nvPr/>
        </p:nvSpPr>
        <p:spPr>
          <a:xfrm>
            <a:off x="177002" y="2126512"/>
            <a:ext cx="11901584" cy="4412511"/>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1629504" name="TextBox 651629503"/>
          <p:cNvSpPr txBox="1"/>
          <p:nvPr/>
        </p:nvSpPr>
        <p:spPr bwMode="auto">
          <a:xfrm>
            <a:off x="177002" y="1235815"/>
            <a:ext cx="11810670" cy="800091"/>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r>
              <a:rPr lang="en-US" sz="2400" b="1" dirty="0" smtClean="0"/>
              <a:t>Assignment</a:t>
            </a:r>
            <a:r>
              <a:rPr lang="en-US" sz="2400" dirty="0" smtClean="0"/>
              <a:t> </a:t>
            </a:r>
            <a:br>
              <a:rPr lang="en-US" sz="2400" dirty="0" smtClean="0"/>
            </a:br>
            <a:r>
              <a:rPr lang="en-US" sz="2400" dirty="0" smtClean="0"/>
              <a:t>https</a:t>
            </a:r>
            <a:r>
              <a:rPr lang="en-US" sz="2400" dirty="0"/>
              <a:t>://</a:t>
            </a:r>
            <a:r>
              <a:rPr lang="en-US" sz="2400" dirty="0" smtClean="0"/>
              <a:t>max.ge/batumi2026/function/target_function1.html</a:t>
            </a:r>
            <a:endParaRPr lang="en-US" sz="2400" dirty="0"/>
          </a:p>
        </p:txBody>
      </p:sp>
      <p:sp>
        <p:nvSpPr>
          <p:cNvPr id="1538183009" name="TextBox 1538183008"/>
          <p:cNvSpPr txBox="1"/>
          <p:nvPr/>
        </p:nvSpPr>
        <p:spPr bwMode="auto">
          <a:xfrm>
            <a:off x="180601" y="480205"/>
            <a:ext cx="11807071" cy="564193"/>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just">
              <a:defRPr/>
            </a:pPr>
            <a:r>
              <a:rPr lang="en-US" sz="3000" b="1" dirty="0"/>
              <a:t>FUNCTIONS (Limits, Derivatives, </a:t>
            </a:r>
            <a:r>
              <a:rPr lang="en-US" sz="3200" b="1" dirty="0"/>
              <a:t>Integrals)</a:t>
            </a:r>
          </a:p>
        </p:txBody>
      </p:sp>
      <mc:AlternateContent xmlns:mc="http://schemas.openxmlformats.org/markup-compatibility/2006" xmlns:a14="http://schemas.microsoft.com/office/drawing/2010/main">
        <mc:Choice Requires="a14">
          <p:sp>
            <p:nvSpPr>
              <p:cNvPr id="3" name="Rectangle 2"/>
              <p:cNvSpPr/>
              <p:nvPr/>
            </p:nvSpPr>
            <p:spPr>
              <a:xfrm>
                <a:off x="177002" y="2280218"/>
                <a:ext cx="5107379" cy="1851469"/>
              </a:xfrm>
              <a:prstGeom prst="rect">
                <a:avLst/>
              </a:prstGeom>
            </p:spPr>
            <p:txBody>
              <a:bodyPr wrap="square">
                <a:spAutoFit/>
              </a:bodyPr>
              <a:lstStyle/>
              <a:p>
                <a:r>
                  <a:rPr lang="ka-GE" sz="2400" dirty="0" err="1"/>
                  <a:t>Find</a:t>
                </a:r>
                <a:r>
                  <a:rPr lang="ka-GE" sz="2400" dirty="0"/>
                  <a:t> </a:t>
                </a:r>
                <a:r>
                  <a:rPr lang="ka-GE" sz="2400" dirty="0" err="1"/>
                  <a:t>the</a:t>
                </a:r>
                <a:r>
                  <a:rPr lang="ka-GE" sz="2400" dirty="0"/>
                  <a:t> </a:t>
                </a:r>
                <a:r>
                  <a:rPr lang="ka-GE" sz="2400" dirty="0" err="1"/>
                  <a:t>derivative</a:t>
                </a:r>
                <a:r>
                  <a:rPr lang="ka-GE" sz="2400" dirty="0"/>
                  <a:t> </a:t>
                </a:r>
                <a:r>
                  <a:rPr lang="ka-GE" sz="2400" dirty="0" err="1"/>
                  <a:t>of</a:t>
                </a:r>
                <a:r>
                  <a:rPr lang="ka-GE" sz="2400" dirty="0"/>
                  <a:t> </a:t>
                </a:r>
                <a:r>
                  <a:rPr lang="ka-GE" sz="2400" dirty="0" err="1"/>
                  <a:t>the</a:t>
                </a:r>
                <a:r>
                  <a:rPr lang="ka-GE" sz="2400" dirty="0"/>
                  <a:t> </a:t>
                </a:r>
                <a:r>
                  <a:rPr lang="ka-GE" sz="2400" dirty="0" err="1"/>
                  <a:t>function</a:t>
                </a:r>
                <a:r>
                  <a:rPr lang="ka-GE" sz="2400" dirty="0"/>
                  <a:t> </a:t>
                </a:r>
                <a:r>
                  <a:rPr lang="ka-GE" sz="2400" dirty="0" err="1"/>
                  <a:t>given</a:t>
                </a:r>
                <a:r>
                  <a:rPr lang="ka-GE" sz="2400" dirty="0"/>
                  <a:t> </a:t>
                </a:r>
                <a:r>
                  <a:rPr lang="ka-GE" sz="2400" dirty="0" err="1"/>
                  <a:t>below</a:t>
                </a:r>
                <a:r>
                  <a:rPr lang="ka-GE" sz="2400" dirty="0"/>
                  <a:t> </a:t>
                </a:r>
                <a:r>
                  <a:rPr lang="ka-GE" sz="2400" dirty="0" err="1"/>
                  <a:t>at</a:t>
                </a:r>
                <a:r>
                  <a:rPr lang="ka-GE" sz="2400" dirty="0"/>
                  <a:t> </a:t>
                </a:r>
                <a14:m>
                  <m:oMath xmlns:m="http://schemas.openxmlformats.org/officeDocument/2006/math">
                    <m:r>
                      <a:rPr lang="ka-GE" sz="2400">
                        <a:latin typeface="Cambria Math" panose="02040503050406030204" pitchFamily="18" charset="0"/>
                      </a:rPr>
                      <m:t>𝑥</m:t>
                    </m:r>
                    <m:r>
                      <a:rPr lang="ka-GE" sz="2400">
                        <a:latin typeface="Cambria Math" panose="02040503050406030204" pitchFamily="18" charset="0"/>
                      </a:rPr>
                      <m:t>=2.5</m:t>
                    </m:r>
                  </m:oMath>
                </a14:m>
                <a:r>
                  <a:rPr lang="ka-GE" sz="2400" dirty="0"/>
                  <a:t>, </a:t>
                </a:r>
                <a:r>
                  <a:rPr lang="ka-GE" sz="2400" dirty="0" err="1"/>
                  <a:t>given</a:t>
                </a:r>
                <a:r>
                  <a:rPr lang="ka-GE" sz="2400" dirty="0"/>
                  <a:t> </a:t>
                </a:r>
                <a:r>
                  <a:rPr lang="ka-GE" sz="2400" dirty="0" err="1"/>
                  <a:t>that</a:t>
                </a:r>
                <a:r>
                  <a:rPr lang="ka-GE" sz="2400" dirty="0"/>
                  <a:t> </a:t>
                </a:r>
                <a:r>
                  <a:rPr lang="ka-GE" sz="2400" dirty="0" err="1"/>
                  <a:t>the</a:t>
                </a:r>
                <a:r>
                  <a:rPr lang="ka-GE" sz="2400" dirty="0"/>
                  <a:t> </a:t>
                </a:r>
                <a:r>
                  <a:rPr lang="ka-GE" sz="2400" dirty="0" err="1"/>
                  <a:t>function</a:t>
                </a:r>
                <a:r>
                  <a:rPr lang="ka-GE" sz="2400" dirty="0"/>
                  <a:t> </a:t>
                </a:r>
                <a:r>
                  <a:rPr lang="ka-GE" sz="2400" dirty="0" err="1"/>
                  <a:t>is</a:t>
                </a:r>
                <a:r>
                  <a:rPr lang="ka-GE" sz="2400" dirty="0"/>
                  <a:t> </a:t>
                </a:r>
                <a:r>
                  <a:rPr lang="ka-GE" sz="2400" dirty="0" err="1"/>
                  <a:t>of</a:t>
                </a:r>
                <a:r>
                  <a:rPr lang="ka-GE" sz="2400" dirty="0"/>
                  <a:t> </a:t>
                </a:r>
                <a:r>
                  <a:rPr lang="ka-GE" sz="2400" dirty="0" err="1"/>
                  <a:t>the</a:t>
                </a:r>
                <a:r>
                  <a:rPr lang="ka-GE" sz="2400" dirty="0"/>
                  <a:t> </a:t>
                </a:r>
                <a:r>
                  <a:rPr lang="ka-GE" sz="2400" dirty="0" err="1"/>
                  <a:t>form</a:t>
                </a:r>
                <a:r>
                  <a:rPr lang="ka-GE" sz="2400" dirty="0"/>
                  <a:t> </a:t>
                </a:r>
                <a14:m>
                  <m:oMath xmlns:m="http://schemas.openxmlformats.org/officeDocument/2006/math">
                    <m:r>
                      <a:rPr lang="ka-GE" sz="2400">
                        <a:latin typeface="Cambria Math" panose="02040503050406030204" pitchFamily="18" charset="0"/>
                      </a:rPr>
                      <m:t>𝑎</m:t>
                    </m:r>
                    <m:r>
                      <a:rPr lang="ka-GE" sz="2400">
                        <a:latin typeface="Cambria Math" panose="02040503050406030204" pitchFamily="18" charset="0"/>
                      </a:rPr>
                      <m:t> </m:t>
                    </m:r>
                    <m:r>
                      <a:rPr lang="ka-GE" sz="2400">
                        <a:latin typeface="Cambria Math" panose="02040503050406030204" pitchFamily="18" charset="0"/>
                      </a:rPr>
                      <m:t>𝑠𝑖𝑛</m:t>
                    </m:r>
                    <m:r>
                      <a:rPr lang="ka-GE" sz="2400">
                        <a:latin typeface="Cambria Math" panose="02040503050406030204" pitchFamily="18" charset="0"/>
                      </a:rPr>
                      <m:t>(</m:t>
                    </m:r>
                    <m:r>
                      <a:rPr lang="ka-GE" sz="2400">
                        <a:latin typeface="Cambria Math" panose="02040503050406030204" pitchFamily="18" charset="0"/>
                      </a:rPr>
                      <m:t>𝑥</m:t>
                    </m:r>
                    <m:r>
                      <a:rPr lang="ka-GE" sz="2400">
                        <a:latin typeface="Cambria Math" panose="02040503050406030204" pitchFamily="18" charset="0"/>
                      </a:rPr>
                      <m:t>) </m:t>
                    </m:r>
                    <m:f>
                      <m:fPr>
                        <m:ctrlPr>
                          <a:rPr lang="en-US" sz="2400" i="1">
                            <a:latin typeface="Cambria Math" panose="02040503050406030204" pitchFamily="18" charset="0"/>
                          </a:rPr>
                        </m:ctrlPr>
                      </m:fPr>
                      <m:num>
                        <m:r>
                          <a:rPr lang="ka-GE" sz="2400">
                            <a:latin typeface="Cambria Math" panose="02040503050406030204" pitchFamily="18" charset="0"/>
                          </a:rPr>
                          <m:t>𝑥</m:t>
                        </m:r>
                      </m:num>
                      <m:den>
                        <m:r>
                          <a:rPr lang="ka-GE" sz="2400">
                            <a:latin typeface="Cambria Math" panose="02040503050406030204" pitchFamily="18" charset="0"/>
                          </a:rPr>
                          <m:t>2</m:t>
                        </m:r>
                      </m:den>
                    </m:f>
                  </m:oMath>
                </a14:m>
                <a:r>
                  <a:rPr lang="ka-GE" sz="2400" dirty="0"/>
                  <a:t>, </a:t>
                </a:r>
                <a:r>
                  <a:rPr lang="ka-GE" sz="2400" dirty="0" err="1"/>
                  <a:t>where</a:t>
                </a:r>
                <a:r>
                  <a:rPr lang="ka-GE" sz="2400" dirty="0"/>
                  <a:t> </a:t>
                </a:r>
                <a14:m>
                  <m:oMath xmlns:m="http://schemas.openxmlformats.org/officeDocument/2006/math">
                    <m:r>
                      <a:rPr lang="ka-GE" sz="2400">
                        <a:latin typeface="Cambria Math" panose="02040503050406030204" pitchFamily="18" charset="0"/>
                      </a:rPr>
                      <m:t>𝑎</m:t>
                    </m:r>
                    <m:r>
                      <a:rPr lang="ka-GE" sz="2400">
                        <a:latin typeface="Cambria Math" panose="02040503050406030204" pitchFamily="18" charset="0"/>
                      </a:rPr>
                      <m:t>∈{0,  </m:t>
                    </m:r>
                    <m:f>
                      <m:fPr>
                        <m:ctrlPr>
                          <a:rPr lang="en-US" sz="2400" i="1">
                            <a:latin typeface="Cambria Math" panose="02040503050406030204" pitchFamily="18" charset="0"/>
                          </a:rPr>
                        </m:ctrlPr>
                      </m:fPr>
                      <m:num>
                        <m:r>
                          <a:rPr lang="ka-GE" sz="2400">
                            <a:latin typeface="Cambria Math" panose="02040503050406030204" pitchFamily="18" charset="0"/>
                          </a:rPr>
                          <m:t>2</m:t>
                        </m:r>
                      </m:num>
                      <m:den>
                        <m:r>
                          <a:rPr lang="ka-GE" sz="2400">
                            <a:latin typeface="Cambria Math" panose="02040503050406030204" pitchFamily="18" charset="0"/>
                          </a:rPr>
                          <m:t>3</m:t>
                        </m:r>
                      </m:den>
                    </m:f>
                    <m:r>
                      <a:rPr lang="ka-GE" sz="2400">
                        <a:latin typeface="Cambria Math" panose="02040503050406030204" pitchFamily="18" charset="0"/>
                      </a:rPr>
                      <m:t>, 1, 5, 10}</m:t>
                    </m:r>
                  </m:oMath>
                </a14:m>
                <a:endParaRPr lang="en-US" sz="2400" dirty="0"/>
              </a:p>
            </p:txBody>
          </p:sp>
        </mc:Choice>
        <mc:Fallback xmlns="">
          <p:sp>
            <p:nvSpPr>
              <p:cNvPr id="3" name="Rectangle 2"/>
              <p:cNvSpPr>
                <a:spLocks noRot="1" noChangeAspect="1" noMove="1" noResize="1" noEditPoints="1" noAdjustHandles="1" noChangeArrowheads="1" noChangeShapeType="1" noTextEdit="1"/>
              </p:cNvSpPr>
              <p:nvPr/>
            </p:nvSpPr>
            <p:spPr>
              <a:xfrm>
                <a:off x="177002" y="2280218"/>
                <a:ext cx="5107379" cy="1851469"/>
              </a:xfrm>
              <a:prstGeom prst="rect">
                <a:avLst/>
              </a:prstGeom>
              <a:blipFill>
                <a:blip r:embed="rId3"/>
                <a:stretch>
                  <a:fillRect l="-1790" t="-2303" r="-3461" b="-1974"/>
                </a:stretch>
              </a:blipFill>
            </p:spPr>
            <p:txBody>
              <a:bodyPr/>
              <a:lstStyle/>
              <a:p>
                <a:r>
                  <a:rPr lang="en-US">
                    <a:noFill/>
                  </a:rPr>
                  <a:t> </a:t>
                </a:r>
              </a:p>
            </p:txBody>
          </p:sp>
        </mc:Fallback>
      </mc:AlternateContent>
      <p:pic>
        <p:nvPicPr>
          <p:cNvPr id="4" name="Picture 3"/>
          <p:cNvPicPr>
            <a:picLocks noChangeAspect="1"/>
          </p:cNvPicPr>
          <p:nvPr/>
        </p:nvPicPr>
        <p:blipFill>
          <a:blip r:embed="rId4"/>
          <a:stretch>
            <a:fillRect/>
          </a:stretch>
        </p:blipFill>
        <p:spPr>
          <a:xfrm>
            <a:off x="5700849" y="2285732"/>
            <a:ext cx="6286823" cy="3968954"/>
          </a:xfrm>
          <a:prstGeom prst="rect">
            <a:avLst/>
          </a:prstGeom>
        </p:spPr>
      </p:pic>
    </p:spTree>
    <p:extLst>
      <p:ext uri="{BB962C8B-B14F-4D97-AF65-F5344CB8AC3E}">
        <p14:creationId xmlns:p14="http://schemas.microsoft.com/office/powerpoint/2010/main" val="3679047"/>
      </p:ext>
    </p:extLst>
  </p:cSld>
  <p:clrMapOvr>
    <a:masterClrMapping/>
  </p:clrMapOvr>
  <mc:AlternateContent xmlns:mc="http://schemas.openxmlformats.org/markup-compatibility/2006">
    <mc:Choice xmlns:p14="http://schemas.microsoft.com/office/powerpoint/2010/main" xmlns:p159="http://schemas.microsoft.com/office/powerpoint/2015/09/main" xmlns:w="http://schemas.openxmlformats.org/wordprocessingml/2006/main" xmlns:m="http://schemas.openxmlformats.org/officeDocument/2006/math" xmlns="" Requires="p159">
      <p:transition spd="fast" p14:dur="500" advClick="1">
        <p:wipe dir="r"/>
      </p:transition>
    </mc:Choice>
    <mc:Fallback>
      <p:transition>
        <p:wipe dir="r"/>
      </p:transition>
    </mc:Fallback>
  </mc:AlternateContent>
  <p:timing>
    <p:tnLst>
      <p:par>
        <p:cTn id="1" dur="indefinite" restart="never" nodeType="tmRoot">
          <p:childTnLst>
            <p:seq concurrent="1" nextAc="seek">
              <p:cTn id="2" dur="indefinite" nodeType="mainSeq">
                <p:childTnLst>
                  <p:par>
                    <p:cTn id="3" fill="hold">
                      <p:stCondLst>
                        <p:cond delay="indefinite"/>
                        <p:cond evt="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538183009"/>
                                        </p:tgtEl>
                                        <p:attrNameLst>
                                          <p:attrName>style.visibility</p:attrName>
                                        </p:attrNameLst>
                                      </p:cBhvr>
                                      <p:to>
                                        <p:strVal val="visible"/>
                                      </p:to>
                                    </p:set>
                                    <p:anim calcmode="lin" valueType="num">
                                      <p:cBhvr additive="base">
                                        <p:cTn id="7" dur="500" fill="hold"/>
                                        <p:tgtEl>
                                          <p:spTgt spid="1538183009"/>
                                        </p:tgtEl>
                                        <p:attrNameLst>
                                          <p:attrName>ppt_x</p:attrName>
                                        </p:attrNameLst>
                                      </p:cBhvr>
                                      <p:tavLst>
                                        <p:tav tm="0">
                                          <p:val>
                                            <p:strVal val="#ppt_x"/>
                                          </p:val>
                                        </p:tav>
                                        <p:tav tm="100000">
                                          <p:val>
                                            <p:strVal val="#ppt_x"/>
                                          </p:val>
                                        </p:tav>
                                      </p:tavLst>
                                    </p:anim>
                                    <p:anim calcmode="lin" valueType="num">
                                      <p:cBhvr additive="base">
                                        <p:cTn id="8" dur="500" fill="hold"/>
                                        <p:tgtEl>
                                          <p:spTgt spid="1538183009"/>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651629504"/>
                                        </p:tgtEl>
                                        <p:attrNameLst>
                                          <p:attrName>style.visibility</p:attrName>
                                        </p:attrNameLst>
                                      </p:cBhvr>
                                      <p:to>
                                        <p:strVal val="visible"/>
                                      </p:to>
                                    </p:set>
                                    <p:anim calcmode="lin" valueType="num">
                                      <p:cBhvr additive="base">
                                        <p:cTn id="12" dur="500" fill="hold"/>
                                        <p:tgtEl>
                                          <p:spTgt spid="651629504"/>
                                        </p:tgtEl>
                                        <p:attrNameLst>
                                          <p:attrName>ppt_x</p:attrName>
                                        </p:attrNameLst>
                                      </p:cBhvr>
                                      <p:tavLst>
                                        <p:tav tm="0">
                                          <p:val>
                                            <p:strVal val="#ppt_x"/>
                                          </p:val>
                                        </p:tav>
                                        <p:tav tm="100000">
                                          <p:val>
                                            <p:strVal val="#ppt_x"/>
                                          </p:val>
                                        </p:tav>
                                      </p:tavLst>
                                    </p:anim>
                                    <p:anim calcmode="lin" valueType="num">
                                      <p:cBhvr additive="base">
                                        <p:cTn id="13" dur="500" fill="hold"/>
                                        <p:tgtEl>
                                          <p:spTgt spid="651629504"/>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additive="base">
                                        <p:cTn id="17" dur="500" fill="hold"/>
                                        <p:tgtEl>
                                          <p:spTgt spid="5"/>
                                        </p:tgtEl>
                                        <p:attrNameLst>
                                          <p:attrName>ppt_x</p:attrName>
                                        </p:attrNameLst>
                                      </p:cBhvr>
                                      <p:tavLst>
                                        <p:tav tm="0">
                                          <p:val>
                                            <p:strVal val="#ppt_x"/>
                                          </p:val>
                                        </p:tav>
                                        <p:tav tm="100000">
                                          <p:val>
                                            <p:strVal val="#ppt_x"/>
                                          </p:val>
                                        </p:tav>
                                      </p:tavLst>
                                    </p:anim>
                                    <p:anim calcmode="lin" valueType="num">
                                      <p:cBhvr additive="base">
                                        <p:cTn id="18" dur="500" fill="hold"/>
                                        <p:tgtEl>
                                          <p:spTgt spid="5"/>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gtEl>
                                        <p:attrNameLst>
                                          <p:attrName>style.visibility</p:attrName>
                                        </p:attrNameLst>
                                      </p:cBhvr>
                                      <p:to>
                                        <p:strVal val="visible"/>
                                      </p:to>
                                    </p:set>
                                    <p:anim calcmode="lin" valueType="num">
                                      <p:cBhvr additive="base">
                                        <p:cTn id="21" dur="500" fill="hold"/>
                                        <p:tgtEl>
                                          <p:spTgt spid="3"/>
                                        </p:tgtEl>
                                        <p:attrNameLst>
                                          <p:attrName>ppt_x</p:attrName>
                                        </p:attrNameLst>
                                      </p:cBhvr>
                                      <p:tavLst>
                                        <p:tav tm="0">
                                          <p:val>
                                            <p:strVal val="#ppt_x"/>
                                          </p:val>
                                        </p:tav>
                                        <p:tav tm="100000">
                                          <p:val>
                                            <p:strVal val="#ppt_x"/>
                                          </p:val>
                                        </p:tav>
                                      </p:tavLst>
                                    </p:anim>
                                    <p:anim calcmode="lin" valueType="num">
                                      <p:cBhvr additive="base">
                                        <p:cTn id="22" dur="500" fill="hold"/>
                                        <p:tgtEl>
                                          <p:spTgt spid="3"/>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4"/>
                                        </p:tgtEl>
                                        <p:attrNameLst>
                                          <p:attrName>style.visibility</p:attrName>
                                        </p:attrNameLst>
                                      </p:cBhvr>
                                      <p:to>
                                        <p:strVal val="visible"/>
                                      </p:to>
                                    </p:set>
                                    <p:anim calcmode="lin" valueType="num">
                                      <p:cBhvr additive="base">
                                        <p:cTn id="25" dur="500" fill="hold"/>
                                        <p:tgtEl>
                                          <p:spTgt spid="4"/>
                                        </p:tgtEl>
                                        <p:attrNameLst>
                                          <p:attrName>ppt_x</p:attrName>
                                        </p:attrNameLst>
                                      </p:cBhvr>
                                      <p:tavLst>
                                        <p:tav tm="0">
                                          <p:val>
                                            <p:strVal val="#ppt_x"/>
                                          </p:val>
                                        </p:tav>
                                        <p:tav tm="100000">
                                          <p:val>
                                            <p:strVal val="#ppt_x"/>
                                          </p:val>
                                        </p:tav>
                                      </p:tavLst>
                                    </p:anim>
                                    <p:anim calcmode="lin" valueType="num">
                                      <p:cBhvr additive="base">
                                        <p:cTn id="26"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3" grpId="0"/>
    </p:bldLst>
  </p:timing>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5" name="Rectangle 4"/>
          <p:cNvSpPr/>
          <p:nvPr/>
        </p:nvSpPr>
        <p:spPr>
          <a:xfrm>
            <a:off x="177001" y="2321769"/>
            <a:ext cx="4777146" cy="246288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1629504" name="TextBox 651629503"/>
          <p:cNvSpPr txBox="1"/>
          <p:nvPr/>
        </p:nvSpPr>
        <p:spPr bwMode="auto">
          <a:xfrm>
            <a:off x="177002" y="1118852"/>
            <a:ext cx="11810670" cy="1036053"/>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defRPr/>
            </a:pPr>
            <a:r>
              <a:rPr lang="en-US" sz="2200" dirty="0"/>
              <a:t>Formulated this way, a student will simply </a:t>
            </a:r>
            <a:r>
              <a:rPr lang="en-US" sz="2200" dirty="0" smtClean="0"/>
              <a:t>copy-paste </a:t>
            </a:r>
            <a:r>
              <a:rPr lang="en-US" sz="2200" dirty="0"/>
              <a:t>the provided solution directly into the answer without even realizing what was asked or how it was </a:t>
            </a:r>
            <a:r>
              <a:rPr lang="en-US" sz="2200" dirty="0" smtClean="0"/>
              <a:t>solved. The </a:t>
            </a:r>
            <a:r>
              <a:rPr lang="en-US" sz="2000" dirty="0"/>
              <a:t>memorize formulas </a:t>
            </a:r>
            <a:r>
              <a:rPr lang="en-US" sz="2000" dirty="0" smtClean="0"/>
              <a:t>are another problem in this case as well.</a:t>
            </a:r>
            <a:endParaRPr lang="en-US" sz="2200" dirty="0" smtClean="0"/>
          </a:p>
        </p:txBody>
      </p:sp>
      <p:sp>
        <p:nvSpPr>
          <p:cNvPr id="1538183009" name="TextBox 1538183008"/>
          <p:cNvSpPr txBox="1"/>
          <p:nvPr/>
        </p:nvSpPr>
        <p:spPr bwMode="auto">
          <a:xfrm>
            <a:off x="180601" y="480205"/>
            <a:ext cx="11807071" cy="564193"/>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just">
              <a:defRPr/>
            </a:pPr>
            <a:r>
              <a:rPr lang="en-US" sz="3000" b="1" dirty="0"/>
              <a:t>FUNCTIONS (Limits, Derivatives, </a:t>
            </a:r>
            <a:r>
              <a:rPr lang="en-US" sz="3200" b="1" dirty="0"/>
              <a:t>Integrals)</a:t>
            </a:r>
          </a:p>
        </p:txBody>
      </p:sp>
      <p:sp>
        <p:nvSpPr>
          <p:cNvPr id="2" name="Right Arrow 1"/>
          <p:cNvSpPr/>
          <p:nvPr/>
        </p:nvSpPr>
        <p:spPr>
          <a:xfrm rot="1069136">
            <a:off x="5295528" y="3266619"/>
            <a:ext cx="1573619" cy="36150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6380049" y="3944678"/>
            <a:ext cx="1860697" cy="600164"/>
          </a:xfrm>
          <a:prstGeom prst="rect">
            <a:avLst/>
          </a:prstGeom>
          <a:solidFill>
            <a:schemeClr val="accent5">
              <a:lumMod val="20000"/>
              <a:lumOff val="80000"/>
            </a:schemeClr>
          </a:solidFill>
          <a:ln w="3175">
            <a:solidFill>
              <a:schemeClr val="tx1"/>
            </a:solidFill>
          </a:ln>
        </p:spPr>
        <p:txBody>
          <a:bodyPr wrap="square" rtlCol="0">
            <a:spAutoFit/>
          </a:bodyPr>
          <a:lstStyle/>
          <a:p>
            <a:pPr algn="ctr"/>
            <a:r>
              <a:rPr lang="en-US" sz="3300" b="1" dirty="0" smtClean="0"/>
              <a:t>AI</a:t>
            </a:r>
            <a:endParaRPr lang="en-US" sz="3300" b="1" dirty="0"/>
          </a:p>
        </p:txBody>
      </p:sp>
      <p:sp>
        <p:nvSpPr>
          <p:cNvPr id="8" name="Right Arrow 7"/>
          <p:cNvSpPr/>
          <p:nvPr/>
        </p:nvSpPr>
        <p:spPr bwMode="auto">
          <a:xfrm rot="3855919">
            <a:off x="7131619" y="4954247"/>
            <a:ext cx="950870" cy="36523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bwMode="auto">
          <a:xfrm>
            <a:off x="5621440" y="5728885"/>
            <a:ext cx="4872895" cy="553998"/>
          </a:xfrm>
          <a:prstGeom prst="rect">
            <a:avLst/>
          </a:prstGeom>
          <a:solidFill>
            <a:schemeClr val="accent6">
              <a:lumMod val="20000"/>
              <a:lumOff val="80000"/>
            </a:schemeClr>
          </a:solidFill>
          <a:ln>
            <a:solidFill>
              <a:schemeClr val="accent6">
                <a:lumMod val="50000"/>
              </a:schemeClr>
            </a:solidFill>
          </a:ln>
        </p:spPr>
        <p:txBody>
          <a:bodyPr wrap="square">
            <a:spAutoFit/>
          </a:bodyPr>
          <a:lstStyle/>
          <a:p>
            <a:pPr algn="ctr"/>
            <a:r>
              <a:rPr lang="en-US" sz="3000" b="1" dirty="0" smtClean="0">
                <a:solidFill>
                  <a:srgbClr val="00B050"/>
                </a:solidFill>
              </a:rPr>
              <a:t>Perfect Solution to Copy!</a:t>
            </a:r>
            <a:endParaRPr lang="en-US" sz="3000" b="1" dirty="0">
              <a:solidFill>
                <a:srgbClr val="00B050"/>
              </a:solidFill>
            </a:endParaRPr>
          </a:p>
        </p:txBody>
      </p:sp>
      <mc:AlternateContent xmlns:mc="http://schemas.openxmlformats.org/markup-compatibility/2006" xmlns:a14="http://schemas.microsoft.com/office/drawing/2010/main">
        <mc:Choice Requires="a14">
          <p:sp>
            <p:nvSpPr>
              <p:cNvPr id="6" name="Rectangle 5"/>
              <p:cNvSpPr/>
              <p:nvPr/>
            </p:nvSpPr>
            <p:spPr>
              <a:xfrm>
                <a:off x="177001" y="2402384"/>
                <a:ext cx="4171715" cy="1688219"/>
              </a:xfrm>
              <a:prstGeom prst="rect">
                <a:avLst/>
              </a:prstGeom>
            </p:spPr>
            <p:txBody>
              <a:bodyPr wrap="square">
                <a:spAutoFit/>
              </a:bodyPr>
              <a:lstStyle/>
              <a:p>
                <a:r>
                  <a:rPr lang="en-US" sz="3000" dirty="0"/>
                  <a:t>Find the limit of the function </a:t>
                </a:r>
                <a14:m>
                  <m:oMath xmlns:m="http://schemas.openxmlformats.org/officeDocument/2006/math">
                    <m:r>
                      <a:rPr lang="ka-GE" sz="3000">
                        <a:latin typeface="Cambria Math" panose="02040503050406030204" pitchFamily="18" charset="0"/>
                      </a:rPr>
                      <m:t>𝑓</m:t>
                    </m:r>
                    <m:d>
                      <m:dPr>
                        <m:ctrlPr>
                          <a:rPr lang="en-US" sz="3000" i="1">
                            <a:latin typeface="Cambria Math" panose="02040503050406030204" pitchFamily="18" charset="0"/>
                          </a:rPr>
                        </m:ctrlPr>
                      </m:dPr>
                      <m:e>
                        <m:r>
                          <a:rPr lang="ka-GE" sz="3000">
                            <a:latin typeface="Cambria Math" panose="02040503050406030204" pitchFamily="18" charset="0"/>
                          </a:rPr>
                          <m:t>𝑥</m:t>
                        </m:r>
                      </m:e>
                    </m:d>
                    <m:r>
                      <a:rPr lang="ka-GE" sz="3000">
                        <a:latin typeface="Cambria Math" panose="02040503050406030204" pitchFamily="18" charset="0"/>
                      </a:rPr>
                      <m:t>=</m:t>
                    </m:r>
                    <m:f>
                      <m:fPr>
                        <m:ctrlPr>
                          <a:rPr lang="en-US" sz="3000" i="1">
                            <a:latin typeface="Cambria Math" panose="02040503050406030204" pitchFamily="18" charset="0"/>
                          </a:rPr>
                        </m:ctrlPr>
                      </m:fPr>
                      <m:num>
                        <m:r>
                          <a:rPr lang="ka-GE" sz="3000">
                            <a:latin typeface="Cambria Math" panose="02040503050406030204" pitchFamily="18" charset="0"/>
                          </a:rPr>
                          <m:t>17</m:t>
                        </m:r>
                        <m:r>
                          <a:rPr lang="ka-GE" sz="3000">
                            <a:latin typeface="Cambria Math" panose="02040503050406030204" pitchFamily="18" charset="0"/>
                          </a:rPr>
                          <m:t>𝑥</m:t>
                        </m:r>
                      </m:num>
                      <m:den>
                        <m:r>
                          <a:rPr lang="ka-GE" sz="3000">
                            <a:latin typeface="Cambria Math" panose="02040503050406030204" pitchFamily="18" charset="0"/>
                          </a:rPr>
                          <m:t>𝑥</m:t>
                        </m:r>
                        <m:r>
                          <a:rPr lang="ka-GE" sz="3000">
                            <a:latin typeface="Cambria Math" panose="02040503050406030204" pitchFamily="18" charset="0"/>
                          </a:rPr>
                          <m:t>+1</m:t>
                        </m:r>
                      </m:den>
                    </m:f>
                  </m:oMath>
                </a14:m>
                <a:r>
                  <a:rPr lang="ka-GE" sz="3000" dirty="0"/>
                  <a:t> </a:t>
                </a:r>
                <a:r>
                  <a:rPr lang="en-US" sz="3000" dirty="0"/>
                  <a:t>when </a:t>
                </a:r>
                <a14:m>
                  <m:oMath xmlns:m="http://schemas.openxmlformats.org/officeDocument/2006/math">
                    <m:r>
                      <a:rPr lang="en-US" sz="3000">
                        <a:latin typeface="Cambria Math" panose="02040503050406030204" pitchFamily="18" charset="0"/>
                      </a:rPr>
                      <m:t>𝑥</m:t>
                    </m:r>
                    <m:r>
                      <a:rPr lang="en-US" sz="3000">
                        <a:latin typeface="Cambria Math" panose="02040503050406030204" pitchFamily="18" charset="0"/>
                      </a:rPr>
                      <m:t> →∞</m:t>
                    </m:r>
                  </m:oMath>
                </a14:m>
                <a:endParaRPr lang="en-US" sz="3000" dirty="0"/>
              </a:p>
            </p:txBody>
          </p:sp>
        </mc:Choice>
        <mc:Fallback xmlns="">
          <p:sp>
            <p:nvSpPr>
              <p:cNvPr id="6" name="Rectangle 5"/>
              <p:cNvSpPr>
                <a:spLocks noRot="1" noChangeAspect="1" noMove="1" noResize="1" noEditPoints="1" noAdjustHandles="1" noChangeArrowheads="1" noChangeShapeType="1" noTextEdit="1"/>
              </p:cNvSpPr>
              <p:nvPr/>
            </p:nvSpPr>
            <p:spPr>
              <a:xfrm>
                <a:off x="177001" y="2402384"/>
                <a:ext cx="4171715" cy="1688219"/>
              </a:xfrm>
              <a:prstGeom prst="rect">
                <a:avLst/>
              </a:prstGeom>
              <a:blipFill>
                <a:blip r:embed="rId3"/>
                <a:stretch>
                  <a:fillRect l="-3363" t="-4693" b="-10108"/>
                </a:stretch>
              </a:blipFill>
            </p:spPr>
            <p:txBody>
              <a:bodyPr/>
              <a:lstStyle/>
              <a:p>
                <a:r>
                  <a:rPr lang="en-US">
                    <a:noFill/>
                  </a:rPr>
                  <a:t> </a:t>
                </a:r>
              </a:p>
            </p:txBody>
          </p:sp>
        </mc:Fallback>
      </mc:AlternateContent>
      <p:sp>
        <p:nvSpPr>
          <p:cNvPr id="10" name="TextBox 9"/>
          <p:cNvSpPr txBox="1"/>
          <p:nvPr/>
        </p:nvSpPr>
        <p:spPr>
          <a:xfrm rot="1568446">
            <a:off x="7165297" y="2785653"/>
            <a:ext cx="4433777" cy="1323439"/>
          </a:xfrm>
          <a:prstGeom prst="rect">
            <a:avLst/>
          </a:prstGeom>
          <a:solidFill>
            <a:schemeClr val="accent2">
              <a:lumMod val="20000"/>
              <a:lumOff val="80000"/>
            </a:schemeClr>
          </a:solidFill>
          <a:ln w="19050">
            <a:solidFill>
              <a:srgbClr val="FF0000"/>
            </a:solidFill>
          </a:ln>
        </p:spPr>
        <p:txBody>
          <a:bodyPr wrap="square" rtlCol="0">
            <a:spAutoFit/>
          </a:bodyPr>
          <a:lstStyle/>
          <a:p>
            <a:pPr algn="ctr"/>
            <a:r>
              <a:rPr lang="en-US" sz="4000" b="1" dirty="0">
                <a:solidFill>
                  <a:srgbClr val="FF0000"/>
                </a:solidFill>
              </a:rPr>
              <a:t>Old </a:t>
            </a:r>
            <a:r>
              <a:rPr lang="en-US" sz="4000" b="1" dirty="0" smtClean="0">
                <a:solidFill>
                  <a:srgbClr val="FF0000"/>
                </a:solidFill>
              </a:rPr>
              <a:t>and Wrong Way!</a:t>
            </a:r>
            <a:endParaRPr lang="en-US" sz="4000" b="1" dirty="0">
              <a:solidFill>
                <a:srgbClr val="FF0000"/>
              </a:solidFill>
            </a:endParaRPr>
          </a:p>
        </p:txBody>
      </p:sp>
    </p:spTree>
    <p:extLst>
      <p:ext uri="{BB962C8B-B14F-4D97-AF65-F5344CB8AC3E}">
        <p14:creationId xmlns:p14="http://schemas.microsoft.com/office/powerpoint/2010/main" val="705113168"/>
      </p:ext>
    </p:extLst>
  </p:cSld>
  <p:clrMapOvr>
    <a:masterClrMapping/>
  </p:clrMapOvr>
  <mc:AlternateContent xmlns:mc="http://schemas.openxmlformats.org/markup-compatibility/2006">
    <mc:Choice xmlns:p14="http://schemas.microsoft.com/office/powerpoint/2010/main" xmlns:p159="http://schemas.microsoft.com/office/powerpoint/2015/09/main" xmlns:w="http://schemas.openxmlformats.org/wordprocessingml/2006/main" xmlns:m="http://schemas.openxmlformats.org/officeDocument/2006/math" xmlns="" Requires="p159">
      <p:transition spd="fast" p14:dur="500" advClick="1">
        <p:wipe dir="r"/>
      </p:transition>
    </mc:Choice>
    <mc:Fallback>
      <p:transition>
        <p:wipe dir="r"/>
      </p:transition>
    </mc:Fallback>
  </mc:AlternateContent>
  <p:timing>
    <p:tnLst>
      <p:par>
        <p:cTn id="1" dur="indefinite" restart="never" nodeType="tmRoot">
          <p:childTnLst>
            <p:seq concurrent="1" nextAc="seek">
              <p:cTn id="2" dur="indefinite" nodeType="mainSeq">
                <p:childTnLst>
                  <p:par>
                    <p:cTn id="3" fill="hold">
                      <p:stCondLst>
                        <p:cond delay="indefinite"/>
                        <p:cond evt="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538183009"/>
                                        </p:tgtEl>
                                        <p:attrNameLst>
                                          <p:attrName>style.visibility</p:attrName>
                                        </p:attrNameLst>
                                      </p:cBhvr>
                                      <p:to>
                                        <p:strVal val="visible"/>
                                      </p:to>
                                    </p:set>
                                    <p:anim calcmode="lin" valueType="num">
                                      <p:cBhvr additive="base">
                                        <p:cTn id="7" dur="500" fill="hold"/>
                                        <p:tgtEl>
                                          <p:spTgt spid="1538183009"/>
                                        </p:tgtEl>
                                        <p:attrNameLst>
                                          <p:attrName>ppt_x</p:attrName>
                                        </p:attrNameLst>
                                      </p:cBhvr>
                                      <p:tavLst>
                                        <p:tav tm="0">
                                          <p:val>
                                            <p:strVal val="#ppt_x"/>
                                          </p:val>
                                        </p:tav>
                                        <p:tav tm="100000">
                                          <p:val>
                                            <p:strVal val="#ppt_x"/>
                                          </p:val>
                                        </p:tav>
                                      </p:tavLst>
                                    </p:anim>
                                    <p:anim calcmode="lin" valueType="num">
                                      <p:cBhvr additive="base">
                                        <p:cTn id="8" dur="500" fill="hold"/>
                                        <p:tgtEl>
                                          <p:spTgt spid="1538183009"/>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651629504"/>
                                        </p:tgtEl>
                                        <p:attrNameLst>
                                          <p:attrName>style.visibility</p:attrName>
                                        </p:attrNameLst>
                                      </p:cBhvr>
                                      <p:to>
                                        <p:strVal val="visible"/>
                                      </p:to>
                                    </p:set>
                                    <p:anim calcmode="lin" valueType="num">
                                      <p:cBhvr additive="base">
                                        <p:cTn id="12" dur="500" fill="hold"/>
                                        <p:tgtEl>
                                          <p:spTgt spid="651629504"/>
                                        </p:tgtEl>
                                        <p:attrNameLst>
                                          <p:attrName>ppt_x</p:attrName>
                                        </p:attrNameLst>
                                      </p:cBhvr>
                                      <p:tavLst>
                                        <p:tav tm="0">
                                          <p:val>
                                            <p:strVal val="#ppt_x"/>
                                          </p:val>
                                        </p:tav>
                                        <p:tav tm="100000">
                                          <p:val>
                                            <p:strVal val="#ppt_x"/>
                                          </p:val>
                                        </p:tav>
                                      </p:tavLst>
                                    </p:anim>
                                    <p:anim calcmode="lin" valueType="num">
                                      <p:cBhvr additive="base">
                                        <p:cTn id="13" dur="500" fill="hold"/>
                                        <p:tgtEl>
                                          <p:spTgt spid="651629504"/>
                                        </p:tgtEl>
                                        <p:attrNameLst>
                                          <p:attrName>ppt_y</p:attrName>
                                        </p:attrNameLst>
                                      </p:cBhvr>
                                      <p:tavLst>
                                        <p:tav tm="0">
                                          <p:val>
                                            <p:strVal val="1+#ppt_h/2"/>
                                          </p:val>
                                        </p:tav>
                                        <p:tav tm="100000">
                                          <p:val>
                                            <p:strVal val="#ppt_y"/>
                                          </p:val>
                                        </p:tav>
                                      </p:tavLst>
                                    </p:anim>
                                  </p:childTnLst>
                                </p:cTn>
                              </p:par>
                              <p:par>
                                <p:cTn id="14" presetID="31" presetClass="entr" presetSubtype="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 calcmode="lin" valueType="num">
                                      <p:cBhvr>
                                        <p:cTn id="16" dur="1000" fill="hold"/>
                                        <p:tgtEl>
                                          <p:spTgt spid="6"/>
                                        </p:tgtEl>
                                        <p:attrNameLst>
                                          <p:attrName>ppt_w</p:attrName>
                                        </p:attrNameLst>
                                      </p:cBhvr>
                                      <p:tavLst>
                                        <p:tav tm="0">
                                          <p:val>
                                            <p:fltVal val="0"/>
                                          </p:val>
                                        </p:tav>
                                        <p:tav tm="100000">
                                          <p:val>
                                            <p:strVal val="#ppt_w"/>
                                          </p:val>
                                        </p:tav>
                                      </p:tavLst>
                                    </p:anim>
                                    <p:anim calcmode="lin" valueType="num">
                                      <p:cBhvr>
                                        <p:cTn id="17" dur="1000" fill="hold"/>
                                        <p:tgtEl>
                                          <p:spTgt spid="6"/>
                                        </p:tgtEl>
                                        <p:attrNameLst>
                                          <p:attrName>ppt_h</p:attrName>
                                        </p:attrNameLst>
                                      </p:cBhvr>
                                      <p:tavLst>
                                        <p:tav tm="0">
                                          <p:val>
                                            <p:fltVal val="0"/>
                                          </p:val>
                                        </p:tav>
                                        <p:tav tm="100000">
                                          <p:val>
                                            <p:strVal val="#ppt_h"/>
                                          </p:val>
                                        </p:tav>
                                      </p:tavLst>
                                    </p:anim>
                                    <p:anim calcmode="lin" valueType="num">
                                      <p:cBhvr>
                                        <p:cTn id="18" dur="1000" fill="hold"/>
                                        <p:tgtEl>
                                          <p:spTgt spid="6"/>
                                        </p:tgtEl>
                                        <p:attrNameLst>
                                          <p:attrName>style.rotation</p:attrName>
                                        </p:attrNameLst>
                                      </p:cBhvr>
                                      <p:tavLst>
                                        <p:tav tm="0">
                                          <p:val>
                                            <p:fltVal val="90"/>
                                          </p:val>
                                        </p:tav>
                                        <p:tav tm="100000">
                                          <p:val>
                                            <p:fltVal val="0"/>
                                          </p:val>
                                        </p:tav>
                                      </p:tavLst>
                                    </p:anim>
                                    <p:animEffect transition="in" filter="fade">
                                      <p:cBhvr>
                                        <p:cTn id="19" dur="1000"/>
                                        <p:tgtEl>
                                          <p:spTgt spid="6"/>
                                        </p:tgtEl>
                                      </p:cBhvr>
                                    </p:animEffect>
                                  </p:childTnLst>
                                </p:cTn>
                              </p:par>
                              <p:par>
                                <p:cTn id="20" presetID="31" presetClass="entr" presetSubtype="0" fill="hold" grpId="0" nodeType="withEffect">
                                  <p:stCondLst>
                                    <p:cond delay="0"/>
                                  </p:stCondLst>
                                  <p:childTnLst>
                                    <p:set>
                                      <p:cBhvr>
                                        <p:cTn id="21" dur="1" fill="hold">
                                          <p:stCondLst>
                                            <p:cond delay="0"/>
                                          </p:stCondLst>
                                        </p:cTn>
                                        <p:tgtEl>
                                          <p:spTgt spid="5"/>
                                        </p:tgtEl>
                                        <p:attrNameLst>
                                          <p:attrName>style.visibility</p:attrName>
                                        </p:attrNameLst>
                                      </p:cBhvr>
                                      <p:to>
                                        <p:strVal val="visible"/>
                                      </p:to>
                                    </p:set>
                                    <p:anim calcmode="lin" valueType="num">
                                      <p:cBhvr>
                                        <p:cTn id="22" dur="1000" fill="hold"/>
                                        <p:tgtEl>
                                          <p:spTgt spid="5"/>
                                        </p:tgtEl>
                                        <p:attrNameLst>
                                          <p:attrName>ppt_w</p:attrName>
                                        </p:attrNameLst>
                                      </p:cBhvr>
                                      <p:tavLst>
                                        <p:tav tm="0">
                                          <p:val>
                                            <p:fltVal val="0"/>
                                          </p:val>
                                        </p:tav>
                                        <p:tav tm="100000">
                                          <p:val>
                                            <p:strVal val="#ppt_w"/>
                                          </p:val>
                                        </p:tav>
                                      </p:tavLst>
                                    </p:anim>
                                    <p:anim calcmode="lin" valueType="num">
                                      <p:cBhvr>
                                        <p:cTn id="23" dur="1000" fill="hold"/>
                                        <p:tgtEl>
                                          <p:spTgt spid="5"/>
                                        </p:tgtEl>
                                        <p:attrNameLst>
                                          <p:attrName>ppt_h</p:attrName>
                                        </p:attrNameLst>
                                      </p:cBhvr>
                                      <p:tavLst>
                                        <p:tav tm="0">
                                          <p:val>
                                            <p:fltVal val="0"/>
                                          </p:val>
                                        </p:tav>
                                        <p:tav tm="100000">
                                          <p:val>
                                            <p:strVal val="#ppt_h"/>
                                          </p:val>
                                        </p:tav>
                                      </p:tavLst>
                                    </p:anim>
                                    <p:anim calcmode="lin" valueType="num">
                                      <p:cBhvr>
                                        <p:cTn id="24" dur="1000" fill="hold"/>
                                        <p:tgtEl>
                                          <p:spTgt spid="5"/>
                                        </p:tgtEl>
                                        <p:attrNameLst>
                                          <p:attrName>style.rotation</p:attrName>
                                        </p:attrNameLst>
                                      </p:cBhvr>
                                      <p:tavLst>
                                        <p:tav tm="0">
                                          <p:val>
                                            <p:fltVal val="90"/>
                                          </p:val>
                                        </p:tav>
                                        <p:tav tm="100000">
                                          <p:val>
                                            <p:fltVal val="0"/>
                                          </p:val>
                                        </p:tav>
                                      </p:tavLst>
                                    </p:anim>
                                    <p:animEffect transition="in" filter="fade">
                                      <p:cBhvr>
                                        <p:cTn id="25" dur="1000"/>
                                        <p:tgtEl>
                                          <p:spTgt spid="5"/>
                                        </p:tgtEl>
                                      </p:cBhvr>
                                    </p:animEffect>
                                  </p:childTnLst>
                                </p:cTn>
                              </p:par>
                            </p:childTnLst>
                          </p:cTn>
                        </p:par>
                        <p:par>
                          <p:cTn id="26" fill="hold">
                            <p:stCondLst>
                              <p:cond delay="1500"/>
                            </p:stCondLst>
                            <p:childTnLst>
                              <p:par>
                                <p:cTn id="27" presetID="2" presetClass="entr" presetSubtype="4" fill="hold" grpId="0" nodeType="afterEffect">
                                  <p:stCondLst>
                                    <p:cond delay="0"/>
                                  </p:stCondLst>
                                  <p:childTnLst>
                                    <p:set>
                                      <p:cBhvr>
                                        <p:cTn id="28" dur="1" fill="hold">
                                          <p:stCondLst>
                                            <p:cond delay="0"/>
                                          </p:stCondLst>
                                        </p:cTn>
                                        <p:tgtEl>
                                          <p:spTgt spid="2"/>
                                        </p:tgtEl>
                                        <p:attrNameLst>
                                          <p:attrName>style.visibility</p:attrName>
                                        </p:attrNameLst>
                                      </p:cBhvr>
                                      <p:to>
                                        <p:strVal val="visible"/>
                                      </p:to>
                                    </p:set>
                                    <p:anim calcmode="lin" valueType="num">
                                      <p:cBhvr additive="base">
                                        <p:cTn id="29" dur="500" fill="hold"/>
                                        <p:tgtEl>
                                          <p:spTgt spid="2"/>
                                        </p:tgtEl>
                                        <p:attrNameLst>
                                          <p:attrName>ppt_x</p:attrName>
                                        </p:attrNameLst>
                                      </p:cBhvr>
                                      <p:tavLst>
                                        <p:tav tm="0">
                                          <p:val>
                                            <p:strVal val="#ppt_x"/>
                                          </p:val>
                                        </p:tav>
                                        <p:tav tm="100000">
                                          <p:val>
                                            <p:strVal val="#ppt_x"/>
                                          </p:val>
                                        </p:tav>
                                      </p:tavLst>
                                    </p:anim>
                                    <p:anim calcmode="lin" valueType="num">
                                      <p:cBhvr additive="base">
                                        <p:cTn id="30" dur="500" fill="hold"/>
                                        <p:tgtEl>
                                          <p:spTgt spid="2"/>
                                        </p:tgtEl>
                                        <p:attrNameLst>
                                          <p:attrName>ppt_y</p:attrName>
                                        </p:attrNameLst>
                                      </p:cBhvr>
                                      <p:tavLst>
                                        <p:tav tm="0">
                                          <p:val>
                                            <p:strVal val="1+#ppt_h/2"/>
                                          </p:val>
                                        </p:tav>
                                        <p:tav tm="100000">
                                          <p:val>
                                            <p:strVal val="#ppt_y"/>
                                          </p:val>
                                        </p:tav>
                                      </p:tavLst>
                                    </p:anim>
                                  </p:childTnLst>
                                </p:cTn>
                              </p:par>
                            </p:childTnLst>
                          </p:cTn>
                        </p:par>
                        <p:par>
                          <p:cTn id="31" fill="hold">
                            <p:stCondLst>
                              <p:cond delay="2000"/>
                            </p:stCondLst>
                            <p:childTnLst>
                              <p:par>
                                <p:cTn id="32" presetID="2" presetClass="entr" presetSubtype="4" fill="hold" grpId="0" nodeType="afterEffect">
                                  <p:stCondLst>
                                    <p:cond delay="0"/>
                                  </p:stCondLst>
                                  <p:childTnLst>
                                    <p:set>
                                      <p:cBhvr>
                                        <p:cTn id="33" dur="1" fill="hold">
                                          <p:stCondLst>
                                            <p:cond delay="0"/>
                                          </p:stCondLst>
                                        </p:cTn>
                                        <p:tgtEl>
                                          <p:spTgt spid="4"/>
                                        </p:tgtEl>
                                        <p:attrNameLst>
                                          <p:attrName>style.visibility</p:attrName>
                                        </p:attrNameLst>
                                      </p:cBhvr>
                                      <p:to>
                                        <p:strVal val="visible"/>
                                      </p:to>
                                    </p:set>
                                    <p:anim calcmode="lin" valueType="num">
                                      <p:cBhvr additive="base">
                                        <p:cTn id="34" dur="500" fill="hold"/>
                                        <p:tgtEl>
                                          <p:spTgt spid="4"/>
                                        </p:tgtEl>
                                        <p:attrNameLst>
                                          <p:attrName>ppt_x</p:attrName>
                                        </p:attrNameLst>
                                      </p:cBhvr>
                                      <p:tavLst>
                                        <p:tav tm="0">
                                          <p:val>
                                            <p:strVal val="#ppt_x"/>
                                          </p:val>
                                        </p:tav>
                                        <p:tav tm="100000">
                                          <p:val>
                                            <p:strVal val="#ppt_x"/>
                                          </p:val>
                                        </p:tav>
                                      </p:tavLst>
                                    </p:anim>
                                    <p:anim calcmode="lin" valueType="num">
                                      <p:cBhvr additive="base">
                                        <p:cTn id="35" dur="500" fill="hold"/>
                                        <p:tgtEl>
                                          <p:spTgt spid="4"/>
                                        </p:tgtEl>
                                        <p:attrNameLst>
                                          <p:attrName>ppt_y</p:attrName>
                                        </p:attrNameLst>
                                      </p:cBhvr>
                                      <p:tavLst>
                                        <p:tav tm="0">
                                          <p:val>
                                            <p:strVal val="1+#ppt_h/2"/>
                                          </p:val>
                                        </p:tav>
                                        <p:tav tm="100000">
                                          <p:val>
                                            <p:strVal val="#ppt_y"/>
                                          </p:val>
                                        </p:tav>
                                      </p:tavLst>
                                    </p:anim>
                                  </p:childTnLst>
                                </p:cTn>
                              </p:par>
                            </p:childTnLst>
                          </p:cTn>
                        </p:par>
                        <p:par>
                          <p:cTn id="36" fill="hold">
                            <p:stCondLst>
                              <p:cond delay="2500"/>
                            </p:stCondLst>
                            <p:childTnLst>
                              <p:par>
                                <p:cTn id="37" presetID="2" presetClass="entr" presetSubtype="4" fill="hold" grpId="0" nodeType="afterEffect">
                                  <p:stCondLst>
                                    <p:cond delay="0"/>
                                  </p:stCondLst>
                                  <p:childTnLst>
                                    <p:set>
                                      <p:cBhvr>
                                        <p:cTn id="38" dur="1" fill="hold">
                                          <p:stCondLst>
                                            <p:cond delay="0"/>
                                          </p:stCondLst>
                                        </p:cTn>
                                        <p:tgtEl>
                                          <p:spTgt spid="8"/>
                                        </p:tgtEl>
                                        <p:attrNameLst>
                                          <p:attrName>style.visibility</p:attrName>
                                        </p:attrNameLst>
                                      </p:cBhvr>
                                      <p:to>
                                        <p:strVal val="visible"/>
                                      </p:to>
                                    </p:set>
                                    <p:anim calcmode="lin" valueType="num">
                                      <p:cBhvr additive="base">
                                        <p:cTn id="39" dur="500" fill="hold"/>
                                        <p:tgtEl>
                                          <p:spTgt spid="8"/>
                                        </p:tgtEl>
                                        <p:attrNameLst>
                                          <p:attrName>ppt_x</p:attrName>
                                        </p:attrNameLst>
                                      </p:cBhvr>
                                      <p:tavLst>
                                        <p:tav tm="0">
                                          <p:val>
                                            <p:strVal val="#ppt_x"/>
                                          </p:val>
                                        </p:tav>
                                        <p:tav tm="100000">
                                          <p:val>
                                            <p:strVal val="#ppt_x"/>
                                          </p:val>
                                        </p:tav>
                                      </p:tavLst>
                                    </p:anim>
                                    <p:anim calcmode="lin" valueType="num">
                                      <p:cBhvr additive="base">
                                        <p:cTn id="40" dur="500" fill="hold"/>
                                        <p:tgtEl>
                                          <p:spTgt spid="8"/>
                                        </p:tgtEl>
                                        <p:attrNameLst>
                                          <p:attrName>ppt_y</p:attrName>
                                        </p:attrNameLst>
                                      </p:cBhvr>
                                      <p:tavLst>
                                        <p:tav tm="0">
                                          <p:val>
                                            <p:strVal val="1+#ppt_h/2"/>
                                          </p:val>
                                        </p:tav>
                                        <p:tav tm="100000">
                                          <p:val>
                                            <p:strVal val="#ppt_y"/>
                                          </p:val>
                                        </p:tav>
                                      </p:tavLst>
                                    </p:anim>
                                  </p:childTnLst>
                                </p:cTn>
                              </p:par>
                            </p:childTnLst>
                          </p:cTn>
                        </p:par>
                        <p:par>
                          <p:cTn id="41" fill="hold">
                            <p:stCondLst>
                              <p:cond delay="3000"/>
                            </p:stCondLst>
                            <p:childTnLst>
                              <p:par>
                                <p:cTn id="42" presetID="2" presetClass="entr" presetSubtype="4" fill="hold" grpId="0" nodeType="afterEffect">
                                  <p:stCondLst>
                                    <p:cond delay="0"/>
                                  </p:stCondLst>
                                  <p:childTnLst>
                                    <p:set>
                                      <p:cBhvr>
                                        <p:cTn id="43" dur="1" fill="hold">
                                          <p:stCondLst>
                                            <p:cond delay="0"/>
                                          </p:stCondLst>
                                        </p:cTn>
                                        <p:tgtEl>
                                          <p:spTgt spid="9"/>
                                        </p:tgtEl>
                                        <p:attrNameLst>
                                          <p:attrName>style.visibility</p:attrName>
                                        </p:attrNameLst>
                                      </p:cBhvr>
                                      <p:to>
                                        <p:strVal val="visible"/>
                                      </p:to>
                                    </p:set>
                                    <p:anim calcmode="lin" valueType="num">
                                      <p:cBhvr additive="base">
                                        <p:cTn id="44" dur="500" fill="hold"/>
                                        <p:tgtEl>
                                          <p:spTgt spid="9"/>
                                        </p:tgtEl>
                                        <p:attrNameLst>
                                          <p:attrName>ppt_x</p:attrName>
                                        </p:attrNameLst>
                                      </p:cBhvr>
                                      <p:tavLst>
                                        <p:tav tm="0">
                                          <p:val>
                                            <p:strVal val="#ppt_x"/>
                                          </p:val>
                                        </p:tav>
                                        <p:tav tm="100000">
                                          <p:val>
                                            <p:strVal val="#ppt_x"/>
                                          </p:val>
                                        </p:tav>
                                      </p:tavLst>
                                    </p:anim>
                                    <p:anim calcmode="lin" valueType="num">
                                      <p:cBhvr additive="base">
                                        <p:cTn id="45"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2" presetClass="entr" presetSubtype="4" fill="hold" grpId="0" nodeType="clickEffect">
                                  <p:stCondLst>
                                    <p:cond delay="0"/>
                                  </p:stCondLst>
                                  <p:childTnLst>
                                    <p:set>
                                      <p:cBhvr>
                                        <p:cTn id="49" dur="1" fill="hold">
                                          <p:stCondLst>
                                            <p:cond delay="0"/>
                                          </p:stCondLst>
                                        </p:cTn>
                                        <p:tgtEl>
                                          <p:spTgt spid="10">
                                            <p:bg/>
                                          </p:spTgt>
                                        </p:tgtEl>
                                        <p:attrNameLst>
                                          <p:attrName>style.visibility</p:attrName>
                                        </p:attrNameLst>
                                      </p:cBhvr>
                                      <p:to>
                                        <p:strVal val="visible"/>
                                      </p:to>
                                    </p:set>
                                    <p:anim calcmode="lin" valueType="num">
                                      <p:cBhvr additive="base">
                                        <p:cTn id="50" dur="500" fill="hold"/>
                                        <p:tgtEl>
                                          <p:spTgt spid="10">
                                            <p:bg/>
                                          </p:spTgt>
                                        </p:tgtEl>
                                        <p:attrNameLst>
                                          <p:attrName>ppt_x</p:attrName>
                                        </p:attrNameLst>
                                      </p:cBhvr>
                                      <p:tavLst>
                                        <p:tav tm="0">
                                          <p:val>
                                            <p:strVal val="#ppt_x"/>
                                          </p:val>
                                        </p:tav>
                                        <p:tav tm="100000">
                                          <p:val>
                                            <p:strVal val="#ppt_x"/>
                                          </p:val>
                                        </p:tav>
                                      </p:tavLst>
                                    </p:anim>
                                    <p:anim calcmode="lin" valueType="num">
                                      <p:cBhvr additive="base">
                                        <p:cTn id="51" dur="500" fill="hold"/>
                                        <p:tgtEl>
                                          <p:spTgt spid="10">
                                            <p:bg/>
                                          </p:spTgt>
                                        </p:tgtEl>
                                        <p:attrNameLst>
                                          <p:attrName>ppt_y</p:attrName>
                                        </p:attrNameLst>
                                      </p:cBhvr>
                                      <p:tavLst>
                                        <p:tav tm="0">
                                          <p:val>
                                            <p:strVal val="1+#ppt_h/2"/>
                                          </p:val>
                                        </p:tav>
                                        <p:tav tm="100000">
                                          <p:val>
                                            <p:strVal val="#ppt_y"/>
                                          </p:val>
                                        </p:tav>
                                      </p:tavLst>
                                    </p:anim>
                                  </p:childTnLst>
                                </p:cTn>
                              </p:par>
                              <p:par>
                                <p:cTn id="52" presetID="2" presetClass="entr" presetSubtype="4" fill="hold" grpId="0" nodeType="withEffect">
                                  <p:stCondLst>
                                    <p:cond delay="0"/>
                                  </p:stCondLst>
                                  <p:childTnLst>
                                    <p:set>
                                      <p:cBhvr>
                                        <p:cTn id="53" dur="1" fill="hold">
                                          <p:stCondLst>
                                            <p:cond delay="0"/>
                                          </p:stCondLst>
                                        </p:cTn>
                                        <p:tgtEl>
                                          <p:spTgt spid="10">
                                            <p:txEl>
                                              <p:pRg st="0" end="0"/>
                                            </p:txEl>
                                          </p:spTgt>
                                        </p:tgtEl>
                                        <p:attrNameLst>
                                          <p:attrName>style.visibility</p:attrName>
                                        </p:attrNameLst>
                                      </p:cBhvr>
                                      <p:to>
                                        <p:strVal val="visible"/>
                                      </p:to>
                                    </p:set>
                                    <p:anim calcmode="lin" valueType="num">
                                      <p:cBhvr additive="base">
                                        <p:cTn id="54" dur="500" fill="hold"/>
                                        <p:tgtEl>
                                          <p:spTgt spid="10">
                                            <p:txEl>
                                              <p:pRg st="0" end="0"/>
                                            </p:txEl>
                                          </p:spTgt>
                                        </p:tgtEl>
                                        <p:attrNameLst>
                                          <p:attrName>ppt_x</p:attrName>
                                        </p:attrNameLst>
                                      </p:cBhvr>
                                      <p:tavLst>
                                        <p:tav tm="0">
                                          <p:val>
                                            <p:strVal val="#ppt_x"/>
                                          </p:val>
                                        </p:tav>
                                        <p:tav tm="100000">
                                          <p:val>
                                            <p:strVal val="#ppt_x"/>
                                          </p:val>
                                        </p:tav>
                                      </p:tavLst>
                                    </p:anim>
                                    <p:anim calcmode="lin" valueType="num">
                                      <p:cBhvr additive="base">
                                        <p:cTn id="55" dur="500" fill="hold"/>
                                        <p:tgtEl>
                                          <p:spTgt spid="10">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2" grpId="0" animBg="1"/>
      <p:bldP spid="4" grpId="0" animBg="1"/>
      <p:bldP spid="8" grpId="0" animBg="1"/>
      <p:bldP spid="9" grpId="0" animBg="1"/>
      <p:bldP spid="6" grpId="0"/>
      <p:bldP spid="10" grpId="0" build="allAtOnce" animBg="1"/>
    </p:bldLst>
  </p:timing>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7" name="Rectangle 6"/>
          <p:cNvSpPr/>
          <p:nvPr/>
        </p:nvSpPr>
        <p:spPr bwMode="auto">
          <a:xfrm>
            <a:off x="177002" y="2126512"/>
            <a:ext cx="11486914" cy="4561367"/>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1629504" name="TextBox 651629503"/>
          <p:cNvSpPr txBox="1"/>
          <p:nvPr/>
        </p:nvSpPr>
        <p:spPr bwMode="auto">
          <a:xfrm>
            <a:off x="177002" y="1235815"/>
            <a:ext cx="11810670" cy="800091"/>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r>
              <a:rPr lang="en-US" sz="2400" b="1" dirty="0" smtClean="0"/>
              <a:t>Assignment</a:t>
            </a:r>
            <a:r>
              <a:rPr lang="en-US" sz="2400" dirty="0" smtClean="0"/>
              <a:t> </a:t>
            </a:r>
            <a:br>
              <a:rPr lang="en-US" sz="2400" dirty="0" smtClean="0"/>
            </a:br>
            <a:r>
              <a:rPr lang="en-US" sz="2400" dirty="0" smtClean="0"/>
              <a:t>https</a:t>
            </a:r>
            <a:r>
              <a:rPr lang="en-US" sz="2400" dirty="0"/>
              <a:t>://</a:t>
            </a:r>
            <a:r>
              <a:rPr lang="en-US" sz="2400" dirty="0" smtClean="0"/>
              <a:t>max.ge/batumi2026/function/target_function2.html</a:t>
            </a:r>
            <a:endParaRPr lang="en-US" sz="2400" dirty="0"/>
          </a:p>
        </p:txBody>
      </p:sp>
      <p:sp>
        <p:nvSpPr>
          <p:cNvPr id="1538183009" name="TextBox 1538183008"/>
          <p:cNvSpPr txBox="1"/>
          <p:nvPr/>
        </p:nvSpPr>
        <p:spPr bwMode="auto">
          <a:xfrm>
            <a:off x="180601" y="480205"/>
            <a:ext cx="11807071" cy="564193"/>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just">
              <a:defRPr/>
            </a:pPr>
            <a:r>
              <a:rPr lang="en-US" sz="3000" b="1" dirty="0"/>
              <a:t>FUNCTIONS (Limits, Derivatives, </a:t>
            </a:r>
            <a:r>
              <a:rPr lang="en-US" sz="3200" b="1" dirty="0"/>
              <a:t>Integrals)</a:t>
            </a:r>
          </a:p>
        </p:txBody>
      </p:sp>
      <mc:AlternateContent xmlns:mc="http://schemas.openxmlformats.org/markup-compatibility/2006" xmlns:a14="http://schemas.microsoft.com/office/drawing/2010/main">
        <mc:Choice Requires="a14">
          <p:sp>
            <p:nvSpPr>
              <p:cNvPr id="3" name="Rectangle 2"/>
              <p:cNvSpPr/>
              <p:nvPr/>
            </p:nvSpPr>
            <p:spPr>
              <a:xfrm>
                <a:off x="177003" y="2280218"/>
                <a:ext cx="3990960" cy="1324273"/>
              </a:xfrm>
              <a:prstGeom prst="rect">
                <a:avLst/>
              </a:prstGeom>
            </p:spPr>
            <p:txBody>
              <a:bodyPr wrap="square">
                <a:spAutoFit/>
              </a:bodyPr>
              <a:lstStyle/>
              <a:p>
                <a:r>
                  <a:rPr lang="en-US" sz="2400" dirty="0" smtClean="0"/>
                  <a:t>Find the limit of the function </a:t>
                </a:r>
                <a14:m>
                  <m:oMath xmlns:m="http://schemas.openxmlformats.org/officeDocument/2006/math">
                    <m:r>
                      <a:rPr lang="ka-GE" sz="2400" i="1">
                        <a:latin typeface="Cambria Math" panose="02040503050406030204" pitchFamily="18" charset="0"/>
                      </a:rPr>
                      <m:t>𝑓</m:t>
                    </m:r>
                    <m:d>
                      <m:dPr>
                        <m:ctrlPr>
                          <a:rPr lang="en-US" sz="2400" i="1">
                            <a:latin typeface="Cambria Math" panose="02040503050406030204" pitchFamily="18" charset="0"/>
                          </a:rPr>
                        </m:ctrlPr>
                      </m:dPr>
                      <m:e>
                        <m:r>
                          <a:rPr lang="ka-GE" sz="2400" i="1">
                            <a:latin typeface="Cambria Math" panose="02040503050406030204" pitchFamily="18" charset="0"/>
                          </a:rPr>
                          <m:t>𝑥</m:t>
                        </m:r>
                      </m:e>
                    </m:d>
                    <m:r>
                      <a:rPr lang="ka-GE" sz="2400" i="1">
                        <a:latin typeface="Cambria Math" panose="02040503050406030204" pitchFamily="18" charset="0"/>
                      </a:rPr>
                      <m:t>=</m:t>
                    </m:r>
                    <m:f>
                      <m:fPr>
                        <m:ctrlPr>
                          <a:rPr lang="en-US" sz="2400" i="1">
                            <a:latin typeface="Cambria Math" panose="02040503050406030204" pitchFamily="18" charset="0"/>
                          </a:rPr>
                        </m:ctrlPr>
                      </m:fPr>
                      <m:num>
                        <m:r>
                          <a:rPr lang="ka-GE" sz="2400" i="1">
                            <a:latin typeface="Cambria Math" panose="02040503050406030204" pitchFamily="18" charset="0"/>
                          </a:rPr>
                          <m:t>𝑎</m:t>
                        </m:r>
                        <m:r>
                          <a:rPr lang="ka-GE" sz="2400" i="1">
                            <a:latin typeface="Cambria Math" panose="02040503050406030204" pitchFamily="18" charset="0"/>
                          </a:rPr>
                          <m:t>∙</m:t>
                        </m:r>
                        <m:r>
                          <a:rPr lang="ka-GE" sz="2400" i="1">
                            <a:latin typeface="Cambria Math" panose="02040503050406030204" pitchFamily="18" charset="0"/>
                          </a:rPr>
                          <m:t>𝑥</m:t>
                        </m:r>
                      </m:num>
                      <m:den>
                        <m:r>
                          <a:rPr lang="ka-GE" sz="2400" i="1">
                            <a:latin typeface="Cambria Math" panose="02040503050406030204" pitchFamily="18" charset="0"/>
                          </a:rPr>
                          <m:t>𝑥</m:t>
                        </m:r>
                        <m:r>
                          <a:rPr lang="ka-GE" sz="2400" i="1">
                            <a:latin typeface="Cambria Math" panose="02040503050406030204" pitchFamily="18" charset="0"/>
                          </a:rPr>
                          <m:t>+1</m:t>
                        </m:r>
                      </m:den>
                    </m:f>
                  </m:oMath>
                </a14:m>
                <a:r>
                  <a:rPr lang="ka-GE" sz="2400" dirty="0"/>
                  <a:t> </a:t>
                </a:r>
                <a:r>
                  <a:rPr lang="en-US" sz="2400" dirty="0"/>
                  <a:t>when </a:t>
                </a:r>
                <a14:m>
                  <m:oMath xmlns:m="http://schemas.openxmlformats.org/officeDocument/2006/math">
                    <m:r>
                      <a:rPr lang="en-US" sz="2400" i="1">
                        <a:latin typeface="Cambria Math" panose="02040503050406030204" pitchFamily="18" charset="0"/>
                      </a:rPr>
                      <m:t>𝑥</m:t>
                    </m:r>
                    <m:r>
                      <a:rPr lang="en-US" sz="2400" i="1">
                        <a:latin typeface="Cambria Math" panose="02040503050406030204" pitchFamily="18" charset="0"/>
                      </a:rPr>
                      <m:t> →∞</m:t>
                    </m:r>
                  </m:oMath>
                </a14:m>
                <a:r>
                  <a:rPr lang="en-US" sz="2400" dirty="0"/>
                  <a:t>. </a:t>
                </a:r>
                <a14:m>
                  <m:oMath xmlns:m="http://schemas.openxmlformats.org/officeDocument/2006/math">
                    <m:r>
                      <a:rPr lang="ka-GE" sz="2400" i="1">
                        <a:latin typeface="Cambria Math" panose="02040503050406030204" pitchFamily="18" charset="0"/>
                      </a:rPr>
                      <m:t>𝑎</m:t>
                    </m:r>
                    <m:r>
                      <a:rPr lang="ka-GE" sz="2400" i="1">
                        <a:latin typeface="Cambria Math" panose="02040503050406030204" pitchFamily="18" charset="0"/>
                      </a:rPr>
                      <m:t>∈{0,  1,  2,</m:t>
                    </m:r>
                    <m:r>
                      <a:rPr lang="ka-GE" sz="2400" b="0" i="1" smtClean="0">
                        <a:latin typeface="Cambria Math" panose="02040503050406030204" pitchFamily="18" charset="0"/>
                      </a:rPr>
                      <m:t>  2.3,  2.5,  3,  4}</m:t>
                    </m:r>
                  </m:oMath>
                </a14:m>
                <a:endParaRPr lang="en-US" sz="2400" dirty="0"/>
              </a:p>
            </p:txBody>
          </p:sp>
        </mc:Choice>
        <mc:Fallback xmlns="">
          <p:sp>
            <p:nvSpPr>
              <p:cNvPr id="3" name="Rectangle 2"/>
              <p:cNvSpPr>
                <a:spLocks noRot="1" noChangeAspect="1" noMove="1" noResize="1" noEditPoints="1" noAdjustHandles="1" noChangeArrowheads="1" noChangeShapeType="1" noTextEdit="1"/>
              </p:cNvSpPr>
              <p:nvPr/>
            </p:nvSpPr>
            <p:spPr>
              <a:xfrm>
                <a:off x="177003" y="2280218"/>
                <a:ext cx="3990960" cy="1324273"/>
              </a:xfrm>
              <a:prstGeom prst="rect">
                <a:avLst/>
              </a:prstGeom>
              <a:blipFill>
                <a:blip r:embed="rId3"/>
                <a:stretch>
                  <a:fillRect l="-2290" t="-3226" r="-2443" b="-6452"/>
                </a:stretch>
              </a:blipFill>
            </p:spPr>
            <p:txBody>
              <a:bodyPr/>
              <a:lstStyle/>
              <a:p>
                <a:r>
                  <a:rPr lang="en-US">
                    <a:noFill/>
                  </a:rPr>
                  <a:t> </a:t>
                </a:r>
              </a:p>
            </p:txBody>
          </p:sp>
        </mc:Fallback>
      </mc:AlternateContent>
      <p:pic>
        <p:nvPicPr>
          <p:cNvPr id="2" name="Picture 1"/>
          <p:cNvPicPr>
            <a:picLocks noChangeAspect="1"/>
          </p:cNvPicPr>
          <p:nvPr/>
        </p:nvPicPr>
        <p:blipFill>
          <a:blip r:embed="rId4"/>
          <a:stretch>
            <a:fillRect/>
          </a:stretch>
        </p:blipFill>
        <p:spPr>
          <a:xfrm>
            <a:off x="4561367" y="2280218"/>
            <a:ext cx="6705599" cy="4263198"/>
          </a:xfrm>
          <a:prstGeom prst="rect">
            <a:avLst/>
          </a:prstGeom>
        </p:spPr>
      </p:pic>
    </p:spTree>
    <p:extLst>
      <p:ext uri="{BB962C8B-B14F-4D97-AF65-F5344CB8AC3E}">
        <p14:creationId xmlns:p14="http://schemas.microsoft.com/office/powerpoint/2010/main" val="3285707051"/>
      </p:ext>
    </p:extLst>
  </p:cSld>
  <p:clrMapOvr>
    <a:masterClrMapping/>
  </p:clrMapOvr>
  <mc:AlternateContent xmlns:mc="http://schemas.openxmlformats.org/markup-compatibility/2006">
    <mc:Choice xmlns:p14="http://schemas.microsoft.com/office/powerpoint/2010/main" xmlns:p159="http://schemas.microsoft.com/office/powerpoint/2015/09/main" xmlns:w="http://schemas.openxmlformats.org/wordprocessingml/2006/main" xmlns:m="http://schemas.openxmlformats.org/officeDocument/2006/math" xmlns="" Requires="p159">
      <p:transition spd="fast" p14:dur="500" advClick="1">
        <p:wipe dir="r"/>
      </p:transition>
    </mc:Choice>
    <mc:Fallback>
      <p:transition>
        <p:wipe dir="r"/>
      </p:transition>
    </mc:Fallback>
  </mc:AlternateContent>
  <p:timing>
    <p:tnLst>
      <p:par>
        <p:cTn id="1" dur="indefinite" restart="never" nodeType="tmRoot">
          <p:childTnLst>
            <p:seq concurrent="1" nextAc="seek">
              <p:cTn id="2" dur="indefinite" nodeType="mainSeq">
                <p:childTnLst>
                  <p:par>
                    <p:cTn id="3" fill="hold">
                      <p:stCondLst>
                        <p:cond delay="indefinite"/>
                        <p:cond evt="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538183009"/>
                                        </p:tgtEl>
                                        <p:attrNameLst>
                                          <p:attrName>style.visibility</p:attrName>
                                        </p:attrNameLst>
                                      </p:cBhvr>
                                      <p:to>
                                        <p:strVal val="visible"/>
                                      </p:to>
                                    </p:set>
                                    <p:anim calcmode="lin" valueType="num">
                                      <p:cBhvr additive="base">
                                        <p:cTn id="7" dur="500" fill="hold"/>
                                        <p:tgtEl>
                                          <p:spTgt spid="1538183009"/>
                                        </p:tgtEl>
                                        <p:attrNameLst>
                                          <p:attrName>ppt_x</p:attrName>
                                        </p:attrNameLst>
                                      </p:cBhvr>
                                      <p:tavLst>
                                        <p:tav tm="0">
                                          <p:val>
                                            <p:strVal val="#ppt_x"/>
                                          </p:val>
                                        </p:tav>
                                        <p:tav tm="100000">
                                          <p:val>
                                            <p:strVal val="#ppt_x"/>
                                          </p:val>
                                        </p:tav>
                                      </p:tavLst>
                                    </p:anim>
                                    <p:anim calcmode="lin" valueType="num">
                                      <p:cBhvr additive="base">
                                        <p:cTn id="8" dur="500" fill="hold"/>
                                        <p:tgtEl>
                                          <p:spTgt spid="1538183009"/>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651629504"/>
                                        </p:tgtEl>
                                        <p:attrNameLst>
                                          <p:attrName>style.visibility</p:attrName>
                                        </p:attrNameLst>
                                      </p:cBhvr>
                                      <p:to>
                                        <p:strVal val="visible"/>
                                      </p:to>
                                    </p:set>
                                    <p:anim calcmode="lin" valueType="num">
                                      <p:cBhvr additive="base">
                                        <p:cTn id="12" dur="500" fill="hold"/>
                                        <p:tgtEl>
                                          <p:spTgt spid="651629504"/>
                                        </p:tgtEl>
                                        <p:attrNameLst>
                                          <p:attrName>ppt_x</p:attrName>
                                        </p:attrNameLst>
                                      </p:cBhvr>
                                      <p:tavLst>
                                        <p:tav tm="0">
                                          <p:val>
                                            <p:strVal val="#ppt_x"/>
                                          </p:val>
                                        </p:tav>
                                        <p:tav tm="100000">
                                          <p:val>
                                            <p:strVal val="#ppt_x"/>
                                          </p:val>
                                        </p:tav>
                                      </p:tavLst>
                                    </p:anim>
                                    <p:anim calcmode="lin" valueType="num">
                                      <p:cBhvr additive="base">
                                        <p:cTn id="13" dur="500" fill="hold"/>
                                        <p:tgtEl>
                                          <p:spTgt spid="651629504"/>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500" fill="hold"/>
                                        <p:tgtEl>
                                          <p:spTgt spid="7"/>
                                        </p:tgtEl>
                                        <p:attrNameLst>
                                          <p:attrName>ppt_x</p:attrName>
                                        </p:attrNameLst>
                                      </p:cBhvr>
                                      <p:tavLst>
                                        <p:tav tm="0">
                                          <p:val>
                                            <p:strVal val="#ppt_x"/>
                                          </p:val>
                                        </p:tav>
                                        <p:tav tm="100000">
                                          <p:val>
                                            <p:strVal val="#ppt_x"/>
                                          </p:val>
                                        </p:tav>
                                      </p:tavLst>
                                    </p:anim>
                                    <p:anim calcmode="lin" valueType="num">
                                      <p:cBhvr additive="base">
                                        <p:cTn id="18" dur="500" fill="hold"/>
                                        <p:tgtEl>
                                          <p:spTgt spid="7"/>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gtEl>
                                        <p:attrNameLst>
                                          <p:attrName>style.visibility</p:attrName>
                                        </p:attrNameLst>
                                      </p:cBhvr>
                                      <p:to>
                                        <p:strVal val="visible"/>
                                      </p:to>
                                    </p:set>
                                    <p:anim calcmode="lin" valueType="num">
                                      <p:cBhvr additive="base">
                                        <p:cTn id="21" dur="500" fill="hold"/>
                                        <p:tgtEl>
                                          <p:spTgt spid="3"/>
                                        </p:tgtEl>
                                        <p:attrNameLst>
                                          <p:attrName>ppt_x</p:attrName>
                                        </p:attrNameLst>
                                      </p:cBhvr>
                                      <p:tavLst>
                                        <p:tav tm="0">
                                          <p:val>
                                            <p:strVal val="#ppt_x"/>
                                          </p:val>
                                        </p:tav>
                                        <p:tav tm="100000">
                                          <p:val>
                                            <p:strVal val="#ppt_x"/>
                                          </p:val>
                                        </p:tav>
                                      </p:tavLst>
                                    </p:anim>
                                    <p:anim calcmode="lin" valueType="num">
                                      <p:cBhvr additive="base">
                                        <p:cTn id="22" dur="500" fill="hold"/>
                                        <p:tgtEl>
                                          <p:spTgt spid="3"/>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2"/>
                                        </p:tgtEl>
                                        <p:attrNameLst>
                                          <p:attrName>style.visibility</p:attrName>
                                        </p:attrNameLst>
                                      </p:cBhvr>
                                      <p:to>
                                        <p:strVal val="visible"/>
                                      </p:to>
                                    </p:set>
                                    <p:anim calcmode="lin" valueType="num">
                                      <p:cBhvr additive="base">
                                        <p:cTn id="25" dur="500" fill="hold"/>
                                        <p:tgtEl>
                                          <p:spTgt spid="2"/>
                                        </p:tgtEl>
                                        <p:attrNameLst>
                                          <p:attrName>ppt_x</p:attrName>
                                        </p:attrNameLst>
                                      </p:cBhvr>
                                      <p:tavLst>
                                        <p:tav tm="0">
                                          <p:val>
                                            <p:strVal val="#ppt_x"/>
                                          </p:val>
                                        </p:tav>
                                        <p:tav tm="100000">
                                          <p:val>
                                            <p:strVal val="#ppt_x"/>
                                          </p:val>
                                        </p:tav>
                                      </p:tavLst>
                                    </p:anim>
                                    <p:anim calcmode="lin" valueType="num">
                                      <p:cBhvr additive="base">
                                        <p:cTn id="26"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3" grpId="0"/>
    </p:bldLst>
  </p:timing>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651629504" name="TextBox 651629503"/>
          <p:cNvSpPr txBox="1"/>
          <p:nvPr/>
        </p:nvSpPr>
        <p:spPr bwMode="auto">
          <a:xfrm>
            <a:off x="177002" y="1703648"/>
            <a:ext cx="11810670" cy="1153970"/>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r>
              <a:rPr lang="en-US" sz="2400" dirty="0"/>
              <a:t>Last year, at this very conference, I presented general findings, including several topics that can be successfully taught in mathematics under the conditions of allowing artificial intelligence</a:t>
            </a:r>
            <a:r>
              <a:rPr lang="en-US" sz="2400" dirty="0" smtClean="0"/>
              <a:t>.</a:t>
            </a:r>
            <a:endParaRPr lang="en-US" sz="2400" dirty="0"/>
          </a:p>
        </p:txBody>
      </p:sp>
      <p:sp>
        <p:nvSpPr>
          <p:cNvPr id="1538183009" name="TextBox 1538183008"/>
          <p:cNvSpPr txBox="1"/>
          <p:nvPr/>
        </p:nvSpPr>
        <p:spPr bwMode="auto">
          <a:xfrm>
            <a:off x="180601" y="480205"/>
            <a:ext cx="11807071" cy="534698"/>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just">
              <a:defRPr/>
            </a:pPr>
            <a:r>
              <a:rPr lang="en-US" sz="3000" b="1" dirty="0" smtClean="0"/>
              <a:t>Previous Topics</a:t>
            </a:r>
            <a:endParaRPr sz="3200" b="1" dirty="0"/>
          </a:p>
        </p:txBody>
      </p:sp>
      <p:sp>
        <p:nvSpPr>
          <p:cNvPr id="3" name="Rectangle 2"/>
          <p:cNvSpPr/>
          <p:nvPr/>
        </p:nvSpPr>
        <p:spPr>
          <a:xfrm>
            <a:off x="177002" y="3394269"/>
            <a:ext cx="11646403" cy="1200329"/>
          </a:xfrm>
          <a:prstGeom prst="rect">
            <a:avLst/>
          </a:prstGeom>
        </p:spPr>
        <p:txBody>
          <a:bodyPr wrap="square">
            <a:spAutoFit/>
          </a:bodyPr>
          <a:lstStyle/>
          <a:p>
            <a:r>
              <a:rPr lang="en-US" sz="2400" dirty="0"/>
              <a:t>These topics include calculating the area bounded by the intersection of functions, computing correlation, and other elementary issues, which I will show you again today as a quick reminder.</a:t>
            </a:r>
          </a:p>
        </p:txBody>
      </p:sp>
    </p:spTree>
    <p:extLst>
      <p:ext uri="{BB962C8B-B14F-4D97-AF65-F5344CB8AC3E}">
        <p14:creationId xmlns:p14="http://schemas.microsoft.com/office/powerpoint/2010/main" val="4208097994"/>
      </p:ext>
    </p:extLst>
  </p:cSld>
  <p:clrMapOvr>
    <a:masterClrMapping/>
  </p:clrMapOvr>
  <mc:AlternateContent xmlns:mc="http://schemas.openxmlformats.org/markup-compatibility/2006">
    <mc:Choice xmlns:p14="http://schemas.microsoft.com/office/powerpoint/2010/main" xmlns:p159="http://schemas.microsoft.com/office/powerpoint/2015/09/main" xmlns:w="http://schemas.openxmlformats.org/wordprocessingml/2006/main" xmlns:m="http://schemas.openxmlformats.org/officeDocument/2006/math" xmlns="" Requires="p159">
      <p:transition spd="fast" p14:dur="500" advClick="1">
        <p:wipe dir="r"/>
      </p:transition>
    </mc:Choice>
    <mc:Fallback>
      <p:transition>
        <p:wipe dir="r"/>
      </p:transition>
    </mc:Fallback>
  </mc:AlternateContent>
  <p:timing>
    <p:tnLst>
      <p:par>
        <p:cTn id="1" dur="indefinite" restart="never" nodeType="tmRoot">
          <p:childTnLst>
            <p:seq concurrent="1" nextAc="seek">
              <p:cTn id="2" dur="indefinite" nodeType="mainSeq">
                <p:childTnLst>
                  <p:par>
                    <p:cTn id="3" fill="hold">
                      <p:stCondLst>
                        <p:cond delay="indefinite"/>
                        <p:cond evt="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538183009"/>
                                        </p:tgtEl>
                                        <p:attrNameLst>
                                          <p:attrName>style.visibility</p:attrName>
                                        </p:attrNameLst>
                                      </p:cBhvr>
                                      <p:to>
                                        <p:strVal val="visible"/>
                                      </p:to>
                                    </p:set>
                                    <p:anim calcmode="lin" valueType="num">
                                      <p:cBhvr additive="base">
                                        <p:cTn id="7" dur="500" fill="hold"/>
                                        <p:tgtEl>
                                          <p:spTgt spid="1538183009"/>
                                        </p:tgtEl>
                                        <p:attrNameLst>
                                          <p:attrName>ppt_x</p:attrName>
                                        </p:attrNameLst>
                                      </p:cBhvr>
                                      <p:tavLst>
                                        <p:tav tm="0">
                                          <p:val>
                                            <p:strVal val="#ppt_x"/>
                                          </p:val>
                                        </p:tav>
                                        <p:tav tm="100000">
                                          <p:val>
                                            <p:strVal val="#ppt_x"/>
                                          </p:val>
                                        </p:tav>
                                      </p:tavLst>
                                    </p:anim>
                                    <p:anim calcmode="lin" valueType="num">
                                      <p:cBhvr additive="base">
                                        <p:cTn id="8" dur="500" fill="hold"/>
                                        <p:tgtEl>
                                          <p:spTgt spid="1538183009"/>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651629504"/>
                                        </p:tgtEl>
                                        <p:attrNameLst>
                                          <p:attrName>style.visibility</p:attrName>
                                        </p:attrNameLst>
                                      </p:cBhvr>
                                      <p:to>
                                        <p:strVal val="visible"/>
                                      </p:to>
                                    </p:set>
                                    <p:anim calcmode="lin" valueType="num">
                                      <p:cBhvr additive="base">
                                        <p:cTn id="12" dur="500" fill="hold"/>
                                        <p:tgtEl>
                                          <p:spTgt spid="651629504"/>
                                        </p:tgtEl>
                                        <p:attrNameLst>
                                          <p:attrName>ppt_x</p:attrName>
                                        </p:attrNameLst>
                                      </p:cBhvr>
                                      <p:tavLst>
                                        <p:tav tm="0">
                                          <p:val>
                                            <p:strVal val="#ppt_x"/>
                                          </p:val>
                                        </p:tav>
                                        <p:tav tm="100000">
                                          <p:val>
                                            <p:strVal val="#ppt_x"/>
                                          </p:val>
                                        </p:tav>
                                      </p:tavLst>
                                    </p:anim>
                                    <p:anim calcmode="lin" valueType="num">
                                      <p:cBhvr additive="base">
                                        <p:cTn id="13" dur="500" fill="hold"/>
                                        <p:tgtEl>
                                          <p:spTgt spid="651629504"/>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3"/>
                                        </p:tgtEl>
                                        <p:attrNameLst>
                                          <p:attrName>style.visibility</p:attrName>
                                        </p:attrNameLst>
                                      </p:cBhvr>
                                      <p:to>
                                        <p:strVal val="visible"/>
                                      </p:to>
                                    </p:set>
                                    <p:anim calcmode="lin" valueType="num">
                                      <p:cBhvr additive="base">
                                        <p:cTn id="17" dur="500" fill="hold"/>
                                        <p:tgtEl>
                                          <p:spTgt spid="3"/>
                                        </p:tgtEl>
                                        <p:attrNameLst>
                                          <p:attrName>ppt_x</p:attrName>
                                        </p:attrNameLst>
                                      </p:cBhvr>
                                      <p:tavLst>
                                        <p:tav tm="0">
                                          <p:val>
                                            <p:strVal val="#ppt_x"/>
                                          </p:val>
                                        </p:tav>
                                        <p:tav tm="100000">
                                          <p:val>
                                            <p:strVal val="#ppt_x"/>
                                          </p:val>
                                        </p:tav>
                                      </p:tavLst>
                                    </p:anim>
                                    <p:anim calcmode="lin" valueType="num">
                                      <p:cBhvr additive="base">
                                        <p:cTn id="1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651629504" name="TextBox 651629503"/>
          <p:cNvSpPr txBox="1"/>
          <p:nvPr/>
        </p:nvSpPr>
        <p:spPr bwMode="auto">
          <a:xfrm>
            <a:off x="177002" y="1703648"/>
            <a:ext cx="11810670" cy="800091"/>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r>
              <a:rPr lang="en-US" sz="2400" dirty="0"/>
              <a:t>In conclusion, I can tell you that I have been using these methods effectively for several years, although there are also challenges.</a:t>
            </a:r>
          </a:p>
        </p:txBody>
      </p:sp>
      <p:sp>
        <p:nvSpPr>
          <p:cNvPr id="1538183009" name="TextBox 1538183008"/>
          <p:cNvSpPr txBox="1"/>
          <p:nvPr/>
        </p:nvSpPr>
        <p:spPr bwMode="auto">
          <a:xfrm>
            <a:off x="180601" y="480205"/>
            <a:ext cx="11807071" cy="534698"/>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just">
              <a:defRPr/>
            </a:pPr>
            <a:r>
              <a:rPr lang="en-US" sz="3000" b="1" dirty="0" smtClean="0"/>
              <a:t>Conclusion</a:t>
            </a:r>
            <a:endParaRPr sz="3200" b="1" dirty="0"/>
          </a:p>
        </p:txBody>
      </p:sp>
      <p:sp>
        <p:nvSpPr>
          <p:cNvPr id="3" name="Rectangle 2"/>
          <p:cNvSpPr/>
          <p:nvPr/>
        </p:nvSpPr>
        <p:spPr>
          <a:xfrm>
            <a:off x="177002" y="3139082"/>
            <a:ext cx="11646403" cy="830997"/>
          </a:xfrm>
          <a:prstGeom prst="rect">
            <a:avLst/>
          </a:prstGeom>
        </p:spPr>
        <p:txBody>
          <a:bodyPr wrap="square">
            <a:spAutoFit/>
          </a:bodyPr>
          <a:lstStyle/>
          <a:p>
            <a:r>
              <a:rPr lang="ka-GE" sz="2400" dirty="0" smtClean="0"/>
              <a:t>1. </a:t>
            </a:r>
            <a:r>
              <a:rPr lang="en-US" sz="2400" dirty="0" smtClean="0"/>
              <a:t>Artificial </a:t>
            </a:r>
            <a:r>
              <a:rPr lang="en-US" sz="2400" dirty="0"/>
              <a:t>intelligence is getting smarter and is gradually approaching human-level performance even in interactive tasks.</a:t>
            </a:r>
          </a:p>
        </p:txBody>
      </p:sp>
      <p:sp>
        <p:nvSpPr>
          <p:cNvPr id="5" name="Rectangle 4"/>
          <p:cNvSpPr/>
          <p:nvPr/>
        </p:nvSpPr>
        <p:spPr bwMode="auto">
          <a:xfrm>
            <a:off x="177002" y="4312211"/>
            <a:ext cx="11646403" cy="1569660"/>
          </a:xfrm>
          <a:prstGeom prst="rect">
            <a:avLst/>
          </a:prstGeom>
        </p:spPr>
        <p:txBody>
          <a:bodyPr wrap="square">
            <a:spAutoFit/>
          </a:bodyPr>
          <a:lstStyle/>
          <a:p>
            <a:r>
              <a:rPr lang="ka-GE" sz="2400" dirty="0" smtClean="0"/>
              <a:t>2. </a:t>
            </a:r>
            <a:r>
              <a:rPr lang="en-US" sz="2400" dirty="0" smtClean="0"/>
              <a:t>Students </a:t>
            </a:r>
            <a:r>
              <a:rPr lang="en-US" sz="2400" dirty="0"/>
              <a:t>try to feed an entire web page to the AI, since LLMs are currently best at handling code. There is a solution to this as well: using not just pure HTML code, but a simple web application with its own back-end. Such an application is no longer directly accessible to the student through the web browser.</a:t>
            </a:r>
          </a:p>
        </p:txBody>
      </p:sp>
    </p:spTree>
    <p:extLst>
      <p:ext uri="{BB962C8B-B14F-4D97-AF65-F5344CB8AC3E}">
        <p14:creationId xmlns:p14="http://schemas.microsoft.com/office/powerpoint/2010/main" val="400939358"/>
      </p:ext>
    </p:extLst>
  </p:cSld>
  <p:clrMapOvr>
    <a:masterClrMapping/>
  </p:clrMapOvr>
  <mc:AlternateContent xmlns:mc="http://schemas.openxmlformats.org/markup-compatibility/2006">
    <mc:Choice xmlns:p14="http://schemas.microsoft.com/office/powerpoint/2010/main" xmlns:p159="http://schemas.microsoft.com/office/powerpoint/2015/09/main" xmlns:w="http://schemas.openxmlformats.org/wordprocessingml/2006/main" xmlns:m="http://schemas.openxmlformats.org/officeDocument/2006/math" xmlns="" Requires="p159">
      <p:transition spd="fast" p14:dur="500" advClick="1">
        <p:wipe dir="r"/>
      </p:transition>
    </mc:Choice>
    <mc:Fallback>
      <p:transition>
        <p:wipe dir="r"/>
      </p:transition>
    </mc:Fallback>
  </mc:AlternateContent>
  <p:timing>
    <p:tnLst>
      <p:par>
        <p:cTn id="1" dur="indefinite" restart="never" nodeType="tmRoot">
          <p:childTnLst>
            <p:seq concurrent="1" nextAc="seek">
              <p:cTn id="2" dur="indefinite" nodeType="mainSeq">
                <p:childTnLst>
                  <p:par>
                    <p:cTn id="3" fill="hold">
                      <p:stCondLst>
                        <p:cond delay="indefinite"/>
                        <p:cond evt="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538183009"/>
                                        </p:tgtEl>
                                        <p:attrNameLst>
                                          <p:attrName>style.visibility</p:attrName>
                                        </p:attrNameLst>
                                      </p:cBhvr>
                                      <p:to>
                                        <p:strVal val="visible"/>
                                      </p:to>
                                    </p:set>
                                    <p:anim calcmode="lin" valueType="num">
                                      <p:cBhvr additive="base">
                                        <p:cTn id="7" dur="500" fill="hold"/>
                                        <p:tgtEl>
                                          <p:spTgt spid="1538183009"/>
                                        </p:tgtEl>
                                        <p:attrNameLst>
                                          <p:attrName>ppt_x</p:attrName>
                                        </p:attrNameLst>
                                      </p:cBhvr>
                                      <p:tavLst>
                                        <p:tav tm="0">
                                          <p:val>
                                            <p:strVal val="#ppt_x"/>
                                          </p:val>
                                        </p:tav>
                                        <p:tav tm="100000">
                                          <p:val>
                                            <p:strVal val="#ppt_x"/>
                                          </p:val>
                                        </p:tav>
                                      </p:tavLst>
                                    </p:anim>
                                    <p:anim calcmode="lin" valueType="num">
                                      <p:cBhvr additive="base">
                                        <p:cTn id="8" dur="500" fill="hold"/>
                                        <p:tgtEl>
                                          <p:spTgt spid="1538183009"/>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651629504"/>
                                        </p:tgtEl>
                                        <p:attrNameLst>
                                          <p:attrName>style.visibility</p:attrName>
                                        </p:attrNameLst>
                                      </p:cBhvr>
                                      <p:to>
                                        <p:strVal val="visible"/>
                                      </p:to>
                                    </p:set>
                                    <p:anim calcmode="lin" valueType="num">
                                      <p:cBhvr additive="base">
                                        <p:cTn id="12" dur="500" fill="hold"/>
                                        <p:tgtEl>
                                          <p:spTgt spid="651629504"/>
                                        </p:tgtEl>
                                        <p:attrNameLst>
                                          <p:attrName>ppt_x</p:attrName>
                                        </p:attrNameLst>
                                      </p:cBhvr>
                                      <p:tavLst>
                                        <p:tav tm="0">
                                          <p:val>
                                            <p:strVal val="#ppt_x"/>
                                          </p:val>
                                        </p:tav>
                                        <p:tav tm="100000">
                                          <p:val>
                                            <p:strVal val="#ppt_x"/>
                                          </p:val>
                                        </p:tav>
                                      </p:tavLst>
                                    </p:anim>
                                    <p:anim calcmode="lin" valueType="num">
                                      <p:cBhvr additive="base">
                                        <p:cTn id="13" dur="500" fill="hold"/>
                                        <p:tgtEl>
                                          <p:spTgt spid="651629504"/>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3"/>
                                        </p:tgtEl>
                                        <p:attrNameLst>
                                          <p:attrName>style.visibility</p:attrName>
                                        </p:attrNameLst>
                                      </p:cBhvr>
                                      <p:to>
                                        <p:strVal val="visible"/>
                                      </p:to>
                                    </p:set>
                                    <p:anim calcmode="lin" valueType="num">
                                      <p:cBhvr additive="base">
                                        <p:cTn id="17" dur="500" fill="hold"/>
                                        <p:tgtEl>
                                          <p:spTgt spid="3"/>
                                        </p:tgtEl>
                                        <p:attrNameLst>
                                          <p:attrName>ppt_x</p:attrName>
                                        </p:attrNameLst>
                                      </p:cBhvr>
                                      <p:tavLst>
                                        <p:tav tm="0">
                                          <p:val>
                                            <p:strVal val="#ppt_x"/>
                                          </p:val>
                                        </p:tav>
                                        <p:tav tm="100000">
                                          <p:val>
                                            <p:strVal val="#ppt_x"/>
                                          </p:val>
                                        </p:tav>
                                      </p:tavLst>
                                    </p:anim>
                                    <p:anim calcmode="lin" valueType="num">
                                      <p:cBhvr additive="base">
                                        <p:cTn id="18" dur="500" fill="hold"/>
                                        <p:tgtEl>
                                          <p:spTgt spid="3"/>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grpId="0" nodeType="afterEffect">
                                  <p:stCondLst>
                                    <p:cond delay="0"/>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500" fill="hold"/>
                                        <p:tgtEl>
                                          <p:spTgt spid="5"/>
                                        </p:tgtEl>
                                        <p:attrNameLst>
                                          <p:attrName>ppt_x</p:attrName>
                                        </p:attrNameLst>
                                      </p:cBhvr>
                                      <p:tavLst>
                                        <p:tav tm="0">
                                          <p:val>
                                            <p:strVal val="#ppt_x"/>
                                          </p:val>
                                        </p:tav>
                                        <p:tav tm="100000">
                                          <p:val>
                                            <p:strVal val="#ppt_x"/>
                                          </p:val>
                                        </p:tav>
                                      </p:tavLst>
                                    </p:anim>
                                    <p:anim calcmode="lin" valueType="num">
                                      <p:cBhvr additive="base">
                                        <p:cTn id="23"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Lst>
  </p:timing>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651629504" name="TextBox 651629503"/>
          <p:cNvSpPr txBox="1"/>
          <p:nvPr/>
        </p:nvSpPr>
        <p:spPr bwMode="auto">
          <a:xfrm>
            <a:off x="177002" y="1703648"/>
            <a:ext cx="11810670" cy="461024"/>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r>
              <a:rPr lang="en-US" sz="2500" b="1" dirty="0"/>
              <a:t>What should we do if AI outperforms humans across all domains?</a:t>
            </a:r>
            <a:endParaRPr lang="en-US" sz="2500" b="1" dirty="0" smtClean="0"/>
          </a:p>
        </p:txBody>
      </p:sp>
      <p:sp>
        <p:nvSpPr>
          <p:cNvPr id="1538183009" name="TextBox 1538183008"/>
          <p:cNvSpPr txBox="1"/>
          <p:nvPr/>
        </p:nvSpPr>
        <p:spPr bwMode="auto">
          <a:xfrm>
            <a:off x="180601" y="480205"/>
            <a:ext cx="11807071" cy="534698"/>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just">
              <a:defRPr/>
            </a:pPr>
            <a:r>
              <a:rPr lang="en-US" sz="3000" b="1" dirty="0" smtClean="0"/>
              <a:t>Open Question</a:t>
            </a:r>
            <a:endParaRPr sz="3200" b="1" dirty="0"/>
          </a:p>
        </p:txBody>
      </p:sp>
    </p:spTree>
    <p:extLst>
      <p:ext uri="{BB962C8B-B14F-4D97-AF65-F5344CB8AC3E}">
        <p14:creationId xmlns:p14="http://schemas.microsoft.com/office/powerpoint/2010/main" val="2362900363"/>
      </p:ext>
    </p:extLst>
  </p:cSld>
  <p:clrMapOvr>
    <a:masterClrMapping/>
  </p:clrMapOvr>
  <mc:AlternateContent xmlns:mc="http://schemas.openxmlformats.org/markup-compatibility/2006">
    <mc:Choice xmlns:p14="http://schemas.microsoft.com/office/powerpoint/2010/main" xmlns:p159="http://schemas.microsoft.com/office/powerpoint/2015/09/main" xmlns:w="http://schemas.openxmlformats.org/wordprocessingml/2006/main" xmlns:m="http://schemas.openxmlformats.org/officeDocument/2006/math" xmlns="" Requires="p159">
      <p:transition spd="fast" p14:dur="500" advClick="1">
        <p:wipe dir="r"/>
      </p:transition>
    </mc:Choice>
    <mc:Fallback>
      <p:transition>
        <p:wipe dir="r"/>
      </p:transition>
    </mc:Fallback>
  </mc:AlternateContent>
  <p:timing>
    <p:tnLst>
      <p:par>
        <p:cTn id="1" dur="indefinite" restart="never" nodeType="tmRoot">
          <p:childTnLst>
            <p:seq concurrent="1" nextAc="seek">
              <p:cTn id="2" dur="indefinite" nodeType="mainSeq">
                <p:childTnLst>
                  <p:par>
                    <p:cTn id="3" fill="hold">
                      <p:stCondLst>
                        <p:cond delay="indefinite"/>
                        <p:cond evt="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538183009"/>
                                        </p:tgtEl>
                                        <p:attrNameLst>
                                          <p:attrName>style.visibility</p:attrName>
                                        </p:attrNameLst>
                                      </p:cBhvr>
                                      <p:to>
                                        <p:strVal val="visible"/>
                                      </p:to>
                                    </p:set>
                                    <p:anim calcmode="lin" valueType="num">
                                      <p:cBhvr additive="base">
                                        <p:cTn id="7" dur="500" fill="hold"/>
                                        <p:tgtEl>
                                          <p:spTgt spid="1538183009"/>
                                        </p:tgtEl>
                                        <p:attrNameLst>
                                          <p:attrName>ppt_x</p:attrName>
                                        </p:attrNameLst>
                                      </p:cBhvr>
                                      <p:tavLst>
                                        <p:tav tm="0">
                                          <p:val>
                                            <p:strVal val="#ppt_x"/>
                                          </p:val>
                                        </p:tav>
                                        <p:tav tm="100000">
                                          <p:val>
                                            <p:strVal val="#ppt_x"/>
                                          </p:val>
                                        </p:tav>
                                      </p:tavLst>
                                    </p:anim>
                                    <p:anim calcmode="lin" valueType="num">
                                      <p:cBhvr additive="base">
                                        <p:cTn id="8" dur="500" fill="hold"/>
                                        <p:tgtEl>
                                          <p:spTgt spid="1538183009"/>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651629504"/>
                                        </p:tgtEl>
                                        <p:attrNameLst>
                                          <p:attrName>style.visibility</p:attrName>
                                        </p:attrNameLst>
                                      </p:cBhvr>
                                      <p:to>
                                        <p:strVal val="visible"/>
                                      </p:to>
                                    </p:set>
                                    <p:anim calcmode="lin" valueType="num">
                                      <p:cBhvr additive="base">
                                        <p:cTn id="12" dur="500" fill="hold"/>
                                        <p:tgtEl>
                                          <p:spTgt spid="651629504"/>
                                        </p:tgtEl>
                                        <p:attrNameLst>
                                          <p:attrName>ppt_x</p:attrName>
                                        </p:attrNameLst>
                                      </p:cBhvr>
                                      <p:tavLst>
                                        <p:tav tm="0">
                                          <p:val>
                                            <p:strVal val="#ppt_x"/>
                                          </p:val>
                                        </p:tav>
                                        <p:tav tm="100000">
                                          <p:val>
                                            <p:strVal val="#ppt_x"/>
                                          </p:val>
                                        </p:tav>
                                      </p:tavLst>
                                    </p:anim>
                                    <p:anim calcmode="lin" valueType="num">
                                      <p:cBhvr additive="base">
                                        <p:cTn id="13" dur="500" fill="hold"/>
                                        <p:tgtEl>
                                          <p:spTgt spid="65162950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83" y="0"/>
            <a:ext cx="12178234" cy="6858000"/>
          </a:xfrm>
          <a:prstGeom prst="rect">
            <a:avLst/>
          </a:prstGeom>
        </p:spPr>
      </p:pic>
    </p:spTree>
    <p:extLst>
      <p:ext uri="{BB962C8B-B14F-4D97-AF65-F5344CB8AC3E}">
        <p14:creationId xmlns:p14="http://schemas.microsoft.com/office/powerpoint/2010/main" val="459497717"/>
      </p:ext>
    </p:extLst>
  </p:cSld>
  <p:clrMapOvr>
    <a:masterClrMapping/>
  </p:clrMapOvr>
  <mc:AlternateContent xmlns:mc="http://schemas.openxmlformats.org/markup-compatibility/2006">
    <mc:Choice xmlns:p14="http://schemas.microsoft.com/office/powerpoint/2010/main" xmlns:p159="http://schemas.microsoft.com/office/powerpoint/2015/09/main" xmlns:w="http://schemas.openxmlformats.org/wordprocessingml/2006/main" xmlns:m="http://schemas.openxmlformats.org/officeDocument/2006/math" xmlns="" Requires="p159">
      <p:transition spd="fast" p14:dur="500" advClick="1">
        <p:wipe dir="r"/>
      </p:transition>
    </mc:Choice>
    <mc:Fallback>
      <p:transition>
        <p:wipe dir="r"/>
      </p:transition>
    </mc:Fallback>
  </mc:AlternateContent>
  <p:timing>
    <p:tnLst>
      <p:par>
        <p:cTn id="1" dur="indefinite" restart="never" nodeType="tmRoot"/>
      </p:par>
    </p:tnLst>
  </p:timing>
</p:sld>
</file>

<file path=ppt/theme/theme1.xml><?xml version="1.0" encoding="utf-8"?>
<a:theme xmlns:a="http://schemas.openxmlformats.org/drawingml/2006/main" name="Office Theme">
  <a:themeElements>
    <a:clrScheme name="New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Arial"/>
        <a:ea typeface="Arial"/>
        <a:cs typeface="Arial"/>
      </a:majorFont>
      <a:minorFont>
        <a:latin typeface="Arial"/>
        <a:ea typeface="Arial"/>
        <a:cs typeface="Arial"/>
      </a:minorFont>
    </a:fontScheme>
    <a:fmtScheme name="Office Them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Theme</Template>
  <TotalTime>268</TotalTime>
  <Words>1098</Words>
  <Application>Microsoft Office PowerPoint</Application>
  <PresentationFormat>Widescreen</PresentationFormat>
  <Paragraphs>114</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Cambria Math</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amigo</dc:creator>
  <cp:lastModifiedBy>პაატა გოგიშვილი</cp:lastModifiedBy>
  <cp:revision>53</cp:revision>
  <dcterms:modified xsi:type="dcterms:W3CDTF">2026-08-31T20:32:48Z</dcterms:modified>
</cp:coreProperties>
</file>